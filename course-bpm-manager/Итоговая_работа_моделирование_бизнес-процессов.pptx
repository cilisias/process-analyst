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7" r:id="rId1"/>
    <p:sldMasterId id="2147483768" r:id="rId2"/>
    <p:sldMasterId id="2147483769" r:id="rId3"/>
    <p:sldMasterId id="2147483770" r:id="rId4"/>
    <p:sldMasterId id="2147483771" r:id="rId5"/>
  </p:sldMasterIdLst>
  <p:notesMasterIdLst>
    <p:notesMasterId r:id="rId53"/>
  </p:notesMasterIdLst>
  <p:sldIdLst>
    <p:sldId id="25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7" r:id="rId52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54"/>
      <p:bold r:id="rId55"/>
      <p:italic r:id="rId56"/>
      <p:boldItalic r:id="rId57"/>
    </p:embeddedFont>
    <p:embeddedFont>
      <p:font typeface="Open Sans" panose="020B0606030504020204" pitchFamily="34" charset="0"/>
      <p:regular r:id="rId58"/>
      <p:bold r:id="rId59"/>
      <p:italic r:id="rId60"/>
      <p:boldItalic r:id="rId61"/>
    </p:embeddedFont>
    <p:embeddedFont>
      <p:font typeface="Proxima Nova" panose="020B060402020202020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88">
          <p15:clr>
            <a:srgbClr val="A4A3A4"/>
          </p15:clr>
        </p15:guide>
        <p15:guide id="2" pos="2880">
          <p15:clr>
            <a:srgbClr val="A4A3A4"/>
          </p15:clr>
        </p15:guide>
        <p15:guide id="3" pos="20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34E35E-D444-45A7-8FD2-592A4D5DDDAC}">
  <a:tblStyle styleId="{BA34E35E-D444-45A7-8FD2-592A4D5DDD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588"/>
        <p:guide pos="2880"/>
        <p:guide pos="20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10.fntdata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font" Target="fonts/font8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6.fntdata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4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7" name="Google Shape;5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8" name="Google Shape;5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5" name="Google Shape;6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ee21334f8e_0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0" name="Google Shape;620;g3ee21334f8e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bacd828af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6" name="Google Shape;626;g3ebacd828a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d5d95a8ea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2" name="Google Shape;632;g3ed5d95a8e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ebacd828af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0" name="Google Shape;640;g3ebacd828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bacd828af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7" name="Google Shape;647;g3ebacd828a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4" name="Google Shape;6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9" name="Google Shape;6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ebacd828af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6" name="Google Shape;666;g3ebacd828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ebacd828af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3" name="Google Shape;673;g3ebacd828af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ebacd828af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0" name="Google Shape;680;g3ebacd828a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7" name="Google Shape;6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4" name="Google Shape;69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ebacd828af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1" name="Google Shape;701;g3ebacd828a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ebacd828af_0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9" name="Google Shape;709;g3ebacd828a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7" name="Google Shape;7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2" name="Google Shape;7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c1a4a50a8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8" name="Google Shape;728;g3ec1a4a50a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ec1a4a50a8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5" name="Google Shape;735;g3ec1a4a50a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ee21334f8e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2" name="Google Shape;742;g3ee21334f8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3ed839eb3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g3ed839eb377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755" name="Google Shape;755;g3ed839eb377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32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777" name="Google Shape;777;p32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ed839eb37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g3ed839eb377_0_4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785" name="Google Shape;785;g3ed839eb377_0_4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ede0f2e7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1" name="Google Shape;791;g3ede0f2e704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792" name="Google Shape;792;g3ede0f2e704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ee10bbbff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9" name="Google Shape;799;g3ee10bbbff8_0_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00" name="Google Shape;800;g3ee10bbbff8_0_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ee10bbbff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6" name="Google Shape;806;g3ee10bbbff8_0_1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07" name="Google Shape;807;g3ee10bbbff8_0_1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ee10bbbff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3" name="Google Shape;813;g3ee10bbbff8_0_29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14" name="Google Shape;814;g3ee10bbbff8_0_29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ee10bbbff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0" name="Google Shape;820;g3ee10bbbff8_0_4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21" name="Google Shape;821;g3ee10bbbff8_0_4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ee10bbbff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7" name="Google Shape;827;g3ee10bbbff8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28" name="Google Shape;828;g3ee10bbbff8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ee21334f8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g3ee21334f8e_0_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35" name="Google Shape;835;g3ee21334f8e_0_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ee21334f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1" name="Google Shape;841;g3ee21334f8e_0_0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42" name="Google Shape;842;g3ee21334f8e_0_0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ee21334f8e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9" name="Google Shape;849;g3ee21334f8e_0_2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50" name="Google Shape;850;g3ee21334f8e_0_2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36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ee21334f8e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7" name="Google Shape;857;g3ee21334f8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ee21334f8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2" name="Google Shape;862;g3ee21334f8e_0_3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63" name="Google Shape;863;g3ee21334f8e_0_3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38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ee21334f8e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g3ee21334f8e_0_54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71" name="Google Shape;871;g3ee21334f8e_0_54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39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ee21334f8e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8" name="Google Shape;878;g3ee21334f8e_0_6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79" name="Google Shape;879;g3ee21334f8e_0_6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ee21334f8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6" name="Google Shape;886;g3ee21334f8e_0_81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87" name="Google Shape;887;g3ee21334f8e_0_81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ee21334f8e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4" name="Google Shape;894;g3ee21334f8e_0_96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895" name="Google Shape;895;g3ee21334f8e_0_96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42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ee21334f8e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g3ee21334f8e_0_107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903" name="Google Shape;903;g3ee21334f8e_0_107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43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ee21334f8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571500"/>
            <a:ext cx="2743200" cy="15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0" name="Google Shape;910;g3ee21334f8e_0_118:notes"/>
          <p:cNvSpPr txBox="1">
            <a:spLocks noGrp="1"/>
          </p:cNvSpPr>
          <p:nvPr>
            <p:ph type="body" idx="1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endParaRPr/>
          </a:p>
        </p:txBody>
      </p:sp>
      <p:sp>
        <p:nvSpPr>
          <p:cNvPr id="911" name="Google Shape;911;g3ee21334f8e_0_118:notes"/>
          <p:cNvSpPr txBox="1">
            <a:spLocks noGrp="1"/>
          </p:cNvSpPr>
          <p:nvPr>
            <p:ph type="sldNum" idx="12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875" tIns="27925" rIns="55875" bIns="279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44</a:t>
            </a:fld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8" name="Google Shape;91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3" name="Google Shape;9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6" name="Google Shape;104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. Отбивка neo">
  <p:cSld name="13. Отбивка neo">
    <p:bg>
      <p:bgPr>
        <a:solidFill>
          <a:schemeClr val="accen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4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0" name="Google Shape;10;p4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4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5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20" name="Google Shape;20;p5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39;p10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40" name="Google Shape;40;p1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1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6" name="Google Shape;46;p11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1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1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1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1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1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13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60" name="Google Shape;60;p1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66" name="Google Shape;66;p14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">
  <p:cSld name="11. Фоныыыыыы"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основная">
  <p:cSld name="Сетка_основная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1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21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90" name="Google Shape;90;p2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">
  <p:cSld name="11. Фоныыыыыы"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. Отбивка neo">
  <p:cSld name="13. Отбивка neo">
    <p:bg>
      <p:bgPr>
        <a:solidFill>
          <a:schemeClr val="accen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5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99" name="Google Shape;99;p25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5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5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5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5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7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7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9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9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0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0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30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121" name="Google Shape;121;p3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1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27" name="Google Shape;127;p31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1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1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1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1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1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3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33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41" name="Google Shape;141;p33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33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3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33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34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47" name="Google Shape;147;p34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4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4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4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4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4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5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5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7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chemeClr val="accent1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chemeClr val="accent1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chemeClr val="accent1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1. Фон dark">
    <p:bg>
      <p:bgPr>
        <a:solidFill>
          <a:schemeClr val="lt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">
  <p:cSld name="11. Фоныыыыыы"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neo">
    <p:bg>
      <p:bgPr>
        <a:solidFill>
          <a:schemeClr val="accen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2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42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172" name="Google Shape;172;p42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2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42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2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neo">
    <p:bg>
      <p:bgPr>
        <a:solidFill>
          <a:schemeClr val="accent2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. Отбивка neo">
  <p:cSld name="13. Отбивка neo">
    <p:bg>
      <p:bgPr>
        <a:solidFill>
          <a:schemeClr val="accent2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44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179" name="Google Shape;179;p44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4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4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4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neo">
    <p:bg>
      <p:bgPr>
        <a:solidFill>
          <a:schemeClr val="accent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5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5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952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7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7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7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 neo">
    <p:bg>
      <p:bgPr>
        <a:solidFill>
          <a:schemeClr val="accent2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9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49"/>
          <p:cNvGrpSpPr/>
          <p:nvPr/>
        </p:nvGrpSpPr>
        <p:grpSpPr>
          <a:xfrm>
            <a:off x="8569715" y="4536460"/>
            <a:ext cx="258577" cy="265368"/>
            <a:chOff x="238125" y="2432825"/>
            <a:chExt cx="779550" cy="781875"/>
          </a:xfrm>
        </p:grpSpPr>
        <p:sp>
          <p:nvSpPr>
            <p:cNvPr id="204" name="Google Shape;204;p49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49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49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9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50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10" name="Google Shape;210;p50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50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0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0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50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50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1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1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51"/>
          <p:cNvGrpSpPr/>
          <p:nvPr/>
        </p:nvGrpSpPr>
        <p:grpSpPr>
          <a:xfrm>
            <a:off x="8569715" y="4505200"/>
            <a:ext cx="258577" cy="265368"/>
            <a:chOff x="238125" y="2432825"/>
            <a:chExt cx="779550" cy="781875"/>
          </a:xfrm>
        </p:grpSpPr>
        <p:sp>
          <p:nvSpPr>
            <p:cNvPr id="220" name="Google Shape;220;p51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51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51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51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52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26" name="Google Shape;226;p52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52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2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2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2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2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4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4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4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5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5"/>
          <p:cNvSpPr/>
          <p:nvPr/>
        </p:nvSpPr>
        <p:spPr>
          <a:xfrm>
            <a:off x="6096000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Фон">
  <p:cSld name="1.Фон">
    <p:bg>
      <p:bgPr>
        <a:solidFill>
          <a:schemeClr val="lt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chemeClr val="accent5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AEAEA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chemeClr val="accent5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chemeClr val="accent5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FF0000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FF0000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FF0000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AEAEA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chemeClr val="accent5"/>
          </p15:clr>
        </p15:guide>
        <p15:guide id="135" orient="horz" pos="1616">
          <p15:clr>
            <a:srgbClr val="C4C4C4"/>
          </p15:clr>
        </p15:guide>
        <p15:guide id="136" pos="2880">
          <p15:clr>
            <a:srgbClr val="C4C4C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">
  <p:cSld name="1_11. Фон dark">
    <p:bg>
      <p:bgPr>
        <a:solidFill>
          <a:schemeClr val="lt2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. Фон dark 1">
  <p:cSld name="11. Фон dark 1">
    <p:bg>
      <p:bgPr>
        <a:solidFill>
          <a:schemeClr val="lt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999999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999999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999999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999999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999999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999999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57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999999"/>
          </p15:clr>
        </p15:guide>
        <p15:guide id="135" orient="horz" pos="1620">
          <p15:clr>
            <a:srgbClr val="666666"/>
          </p15:clr>
        </p15:guide>
        <p15:guide id="136" pos="2880">
          <p15:clr>
            <a:srgbClr val="666666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. Титульник neo">
  <p:cSld name="12. Титульник ">
    <p:bg>
      <p:bgPr>
        <a:solidFill>
          <a:schemeClr val="accent2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60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0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" name="Google Shape;250;p60"/>
          <p:cNvGrpSpPr/>
          <p:nvPr/>
        </p:nvGrpSpPr>
        <p:grpSpPr>
          <a:xfrm>
            <a:off x="8569715" y="4505199"/>
            <a:ext cx="258577" cy="265368"/>
            <a:chOff x="238125" y="2432825"/>
            <a:chExt cx="779550" cy="781875"/>
          </a:xfrm>
        </p:grpSpPr>
        <p:sp>
          <p:nvSpPr>
            <p:cNvPr id="251" name="Google Shape;251;p60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0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0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0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">
  <p:cSld name="16. Фон ">
    <p:bg>
      <p:bgPr>
        <a:solidFill>
          <a:schemeClr val="accent2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. Определение neo">
  <p:cSld name="14. Определение">
    <p:bg>
      <p:bgPr>
        <a:solidFill>
          <a:schemeClr val="accent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. Определение wihte">
  <p:cSld name="5. Определение wihte"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3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3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3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F3F4F7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. Отбивка 2 neo">
  <p:cSld name="15. Отбивка 2 ">
    <p:bg>
      <p:bgPr>
        <a:solidFill>
          <a:schemeClr val="accent2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4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4"/>
          <p:cNvSpPr/>
          <p:nvPr/>
        </p:nvSpPr>
        <p:spPr>
          <a:xfrm>
            <a:off x="6087297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.Определение">
  <p:cSld name="2.Определение">
    <p:bg>
      <p:bgPr>
        <a:solidFill>
          <a:schemeClr val="lt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5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65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5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Титульник wihte">
  <p:cSld name="3.Титульник wihte"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6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6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" name="Google Shape;274;p66"/>
          <p:cNvGrpSpPr/>
          <p:nvPr/>
        </p:nvGrpSpPr>
        <p:grpSpPr>
          <a:xfrm>
            <a:off x="8569715" y="4536459"/>
            <a:ext cx="258577" cy="265368"/>
            <a:chOff x="238125" y="2432825"/>
            <a:chExt cx="779550" cy="781875"/>
          </a:xfrm>
        </p:grpSpPr>
        <p:sp>
          <p:nvSpPr>
            <p:cNvPr id="275" name="Google Shape;275;p66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66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66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6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Отбивка wihte">
  <p:cSld name="4.Отбивка wihte"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67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81" name="Google Shape;281;p67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67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67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7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7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7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E8E8E8"/>
          </p15:clr>
        </p15:guide>
        <p15:guide id="2" pos="5760">
          <p15:clr>
            <a:srgbClr val="E8E8E8"/>
          </p15:clr>
        </p15:guide>
        <p15:guide id="3" pos="224">
          <p15:clr>
            <a:srgbClr val="E8E8E8"/>
          </p15:clr>
        </p15:guide>
        <p15:guide id="4" pos="286">
          <p15:clr>
            <a:srgbClr val="E8E8E8"/>
          </p15:clr>
        </p15:guide>
        <p15:guide id="5" pos="348">
          <p15:clr>
            <a:srgbClr val="E8E8E8"/>
          </p15:clr>
        </p15:guide>
        <p15:guide id="6" pos="411">
          <p15:clr>
            <a:srgbClr val="E8E8E8"/>
          </p15:clr>
        </p15:guide>
        <p15:guide id="7" pos="473">
          <p15:clr>
            <a:srgbClr val="E8E8E8"/>
          </p15:clr>
        </p15:guide>
        <p15:guide id="8" pos="536">
          <p15:clr>
            <a:srgbClr val="E8E8E8"/>
          </p15:clr>
        </p15:guide>
        <p15:guide id="9" pos="598">
          <p15:clr>
            <a:srgbClr val="E8E8E8"/>
          </p15:clr>
        </p15:guide>
        <p15:guide id="10" pos="661">
          <p15:clr>
            <a:srgbClr val="E8E8E8"/>
          </p15:clr>
        </p15:guide>
        <p15:guide id="11" pos="723">
          <p15:clr>
            <a:srgbClr val="E8E8E8"/>
          </p15:clr>
        </p15:guide>
        <p15:guide id="12" pos="786">
          <p15:clr>
            <a:srgbClr val="E8E8E8"/>
          </p15:clr>
        </p15:guide>
        <p15:guide id="13" pos="848">
          <p15:clr>
            <a:srgbClr val="E8E8E8"/>
          </p15:clr>
        </p15:guide>
        <p15:guide id="14" pos="911">
          <p15:clr>
            <a:srgbClr val="E8E8E8"/>
          </p15:clr>
        </p15:guide>
        <p15:guide id="15" pos="973">
          <p15:clr>
            <a:srgbClr val="E8E8E8"/>
          </p15:clr>
        </p15:guide>
        <p15:guide id="16" pos="1036">
          <p15:clr>
            <a:srgbClr val="E8E8E8"/>
          </p15:clr>
        </p15:guide>
        <p15:guide id="17" pos="1098">
          <p15:clr>
            <a:srgbClr val="E8E8E8"/>
          </p15:clr>
        </p15:guide>
        <p15:guide id="18" pos="1161">
          <p15:clr>
            <a:srgbClr val="E8E8E8"/>
          </p15:clr>
        </p15:guide>
        <p15:guide id="19" pos="1223">
          <p15:clr>
            <a:srgbClr val="E8E8E8"/>
          </p15:clr>
        </p15:guide>
        <p15:guide id="20" pos="1286">
          <p15:clr>
            <a:srgbClr val="E8E8E8"/>
          </p15:clr>
        </p15:guide>
        <p15:guide id="21" pos="1348">
          <p15:clr>
            <a:srgbClr val="E8E8E8"/>
          </p15:clr>
        </p15:guide>
        <p15:guide id="22" pos="1411">
          <p15:clr>
            <a:srgbClr val="E8E8E8"/>
          </p15:clr>
        </p15:guide>
        <p15:guide id="23" pos="1473">
          <p15:clr>
            <a:srgbClr val="E8E8E8"/>
          </p15:clr>
        </p15:guide>
        <p15:guide id="24" pos="1536">
          <p15:clr>
            <a:srgbClr val="E8E8E8"/>
          </p15:clr>
        </p15:guide>
        <p15:guide id="25" pos="1598">
          <p15:clr>
            <a:srgbClr val="E8E8E8"/>
          </p15:clr>
        </p15:guide>
        <p15:guide id="26" pos="1661">
          <p15:clr>
            <a:srgbClr val="E8E8E8"/>
          </p15:clr>
        </p15:guide>
        <p15:guide id="27" pos="1723">
          <p15:clr>
            <a:srgbClr val="E8E8E8"/>
          </p15:clr>
        </p15:guide>
        <p15:guide id="28" pos="1786">
          <p15:clr>
            <a:srgbClr val="E8E8E8"/>
          </p15:clr>
        </p15:guide>
        <p15:guide id="29" pos="1848">
          <p15:clr>
            <a:srgbClr val="E8E8E8"/>
          </p15:clr>
        </p15:guide>
        <p15:guide id="30" pos="1911">
          <p15:clr>
            <a:srgbClr val="E8E8E8"/>
          </p15:clr>
        </p15:guide>
        <p15:guide id="31" pos="1973">
          <p15:clr>
            <a:srgbClr val="E8E8E8"/>
          </p15:clr>
        </p15:guide>
        <p15:guide id="32" pos="2036">
          <p15:clr>
            <a:srgbClr val="E8E8E8"/>
          </p15:clr>
        </p15:guide>
        <p15:guide id="33" pos="2098">
          <p15:clr>
            <a:srgbClr val="E8E8E8"/>
          </p15:clr>
        </p15:guide>
        <p15:guide id="34" pos="2161">
          <p15:clr>
            <a:srgbClr val="E8E8E8"/>
          </p15:clr>
        </p15:guide>
        <p15:guide id="35" pos="2223">
          <p15:clr>
            <a:srgbClr val="E8E8E8"/>
          </p15:clr>
        </p15:guide>
        <p15:guide id="36" pos="2286">
          <p15:clr>
            <a:srgbClr val="E8E8E8"/>
          </p15:clr>
        </p15:guide>
        <p15:guide id="37" pos="2348">
          <p15:clr>
            <a:srgbClr val="E8E8E8"/>
          </p15:clr>
        </p15:guide>
        <p15:guide id="38" pos="2411">
          <p15:clr>
            <a:srgbClr val="E8E8E8"/>
          </p15:clr>
        </p15:guide>
        <p15:guide id="39" pos="2473">
          <p15:clr>
            <a:srgbClr val="E8E8E8"/>
          </p15:clr>
        </p15:guide>
        <p15:guide id="40" pos="2536">
          <p15:clr>
            <a:srgbClr val="E8E8E8"/>
          </p15:clr>
        </p15:guide>
        <p15:guide id="41" pos="2598">
          <p15:clr>
            <a:srgbClr val="E8E8E8"/>
          </p15:clr>
        </p15:guide>
        <p15:guide id="42" pos="2661">
          <p15:clr>
            <a:srgbClr val="E8E8E8"/>
          </p15:clr>
        </p15:guide>
        <p15:guide id="43" pos="2723">
          <p15:clr>
            <a:srgbClr val="E8E8E8"/>
          </p15:clr>
        </p15:guide>
        <p15:guide id="44" pos="2786">
          <p15:clr>
            <a:srgbClr val="E8E8E8"/>
          </p15:clr>
        </p15:guide>
        <p15:guide id="45" pos="2848">
          <p15:clr>
            <a:srgbClr val="E8E8E8"/>
          </p15:clr>
        </p15:guide>
        <p15:guide id="46" pos="2911">
          <p15:clr>
            <a:srgbClr val="E8E8E8"/>
          </p15:clr>
        </p15:guide>
        <p15:guide id="47" pos="2973">
          <p15:clr>
            <a:srgbClr val="E8E8E8"/>
          </p15:clr>
        </p15:guide>
        <p15:guide id="48" pos="3036">
          <p15:clr>
            <a:srgbClr val="E8E8E8"/>
          </p15:clr>
        </p15:guide>
        <p15:guide id="49" pos="3098">
          <p15:clr>
            <a:srgbClr val="E8E8E8"/>
          </p15:clr>
        </p15:guide>
        <p15:guide id="50" pos="3161">
          <p15:clr>
            <a:srgbClr val="E8E8E8"/>
          </p15:clr>
        </p15:guide>
        <p15:guide id="51" pos="3223">
          <p15:clr>
            <a:srgbClr val="E8E8E8"/>
          </p15:clr>
        </p15:guide>
        <p15:guide id="52" pos="3286">
          <p15:clr>
            <a:srgbClr val="E8E8E8"/>
          </p15:clr>
        </p15:guide>
        <p15:guide id="53" pos="3348">
          <p15:clr>
            <a:srgbClr val="E8E8E8"/>
          </p15:clr>
        </p15:guide>
        <p15:guide id="54" pos="3411">
          <p15:clr>
            <a:srgbClr val="E8E8E8"/>
          </p15:clr>
        </p15:guide>
        <p15:guide id="55" pos="3473">
          <p15:clr>
            <a:srgbClr val="E8E8E8"/>
          </p15:clr>
        </p15:guide>
        <p15:guide id="56" pos="3536">
          <p15:clr>
            <a:srgbClr val="E8E8E8"/>
          </p15:clr>
        </p15:guide>
        <p15:guide id="57" pos="3598">
          <p15:clr>
            <a:srgbClr val="E8E8E8"/>
          </p15:clr>
        </p15:guide>
        <p15:guide id="58" pos="3661">
          <p15:clr>
            <a:srgbClr val="E8E8E8"/>
          </p15:clr>
        </p15:guide>
        <p15:guide id="59" pos="3723">
          <p15:clr>
            <a:srgbClr val="E8E8E8"/>
          </p15:clr>
        </p15:guide>
        <p15:guide id="60" pos="3786">
          <p15:clr>
            <a:srgbClr val="E8E8E8"/>
          </p15:clr>
        </p15:guide>
        <p15:guide id="61" pos="3848">
          <p15:clr>
            <a:srgbClr val="E8E8E8"/>
          </p15:clr>
        </p15:guide>
        <p15:guide id="62" pos="3911">
          <p15:clr>
            <a:srgbClr val="E8E8E8"/>
          </p15:clr>
        </p15:guide>
        <p15:guide id="63" pos="3973">
          <p15:clr>
            <a:srgbClr val="E8E8E8"/>
          </p15:clr>
        </p15:guide>
        <p15:guide id="64" pos="4036">
          <p15:clr>
            <a:srgbClr val="E8E8E8"/>
          </p15:clr>
        </p15:guide>
        <p15:guide id="65" pos="4098">
          <p15:clr>
            <a:srgbClr val="E8E8E8"/>
          </p15:clr>
        </p15:guide>
        <p15:guide id="66" pos="4161">
          <p15:clr>
            <a:srgbClr val="E8E8E8"/>
          </p15:clr>
        </p15:guide>
        <p15:guide id="67" pos="4223">
          <p15:clr>
            <a:srgbClr val="E8E8E8"/>
          </p15:clr>
        </p15:guide>
        <p15:guide id="68" pos="4286">
          <p15:clr>
            <a:srgbClr val="E8E8E8"/>
          </p15:clr>
        </p15:guide>
        <p15:guide id="69" pos="4348">
          <p15:clr>
            <a:srgbClr val="E8E8E8"/>
          </p15:clr>
        </p15:guide>
        <p15:guide id="70" pos="4411">
          <p15:clr>
            <a:srgbClr val="E8E8E8"/>
          </p15:clr>
        </p15:guide>
        <p15:guide id="71" pos="4473">
          <p15:clr>
            <a:srgbClr val="E8E8E8"/>
          </p15:clr>
        </p15:guide>
        <p15:guide id="72" pos="4536">
          <p15:clr>
            <a:srgbClr val="E8E8E8"/>
          </p15:clr>
        </p15:guide>
        <p15:guide id="73" pos="4598">
          <p15:clr>
            <a:srgbClr val="E8E8E8"/>
          </p15:clr>
        </p15:guide>
        <p15:guide id="74" pos="4661">
          <p15:clr>
            <a:srgbClr val="E8E8E8"/>
          </p15:clr>
        </p15:guide>
        <p15:guide id="75" pos="4723">
          <p15:clr>
            <a:srgbClr val="E8E8E8"/>
          </p15:clr>
        </p15:guide>
        <p15:guide id="76" pos="4786">
          <p15:clr>
            <a:srgbClr val="E8E8E8"/>
          </p15:clr>
        </p15:guide>
        <p15:guide id="77" pos="4848">
          <p15:clr>
            <a:srgbClr val="E8E8E8"/>
          </p15:clr>
        </p15:guide>
        <p15:guide id="78" pos="4911">
          <p15:clr>
            <a:srgbClr val="E8E8E8"/>
          </p15:clr>
        </p15:guide>
        <p15:guide id="79" pos="4973">
          <p15:clr>
            <a:srgbClr val="E8E8E8"/>
          </p15:clr>
        </p15:guide>
        <p15:guide id="80" pos="5036">
          <p15:clr>
            <a:srgbClr val="E8E8E8"/>
          </p15:clr>
        </p15:guide>
        <p15:guide id="81" pos="5098">
          <p15:clr>
            <a:srgbClr val="E8E8E8"/>
          </p15:clr>
        </p15:guide>
        <p15:guide id="82" pos="5161">
          <p15:clr>
            <a:srgbClr val="E8E8E8"/>
          </p15:clr>
        </p15:guide>
        <p15:guide id="83" pos="5223">
          <p15:clr>
            <a:srgbClr val="E8E8E8"/>
          </p15:clr>
        </p15:guide>
        <p15:guide id="84" pos="5286">
          <p15:clr>
            <a:srgbClr val="E8E8E8"/>
          </p15:clr>
        </p15:guide>
        <p15:guide id="85" pos="5348">
          <p15:clr>
            <a:srgbClr val="E8E8E8"/>
          </p15:clr>
        </p15:guide>
        <p15:guide id="86" pos="5411">
          <p15:clr>
            <a:srgbClr val="E8E8E8"/>
          </p15:clr>
        </p15:guide>
        <p15:guide id="87" pos="5473">
          <p15:clr>
            <a:srgbClr val="E8E8E8"/>
          </p15:clr>
        </p15:guide>
        <p15:guide id="88" pos="5536">
          <p15:clr>
            <a:srgbClr val="E8E8E8"/>
          </p15:clr>
        </p15:guide>
        <p15:guide id="89" orient="horz">
          <p15:clr>
            <a:srgbClr val="E8E8E8"/>
          </p15:clr>
        </p15:guide>
        <p15:guide id="90" orient="horz" pos="3240">
          <p15:clr>
            <a:srgbClr val="E8E8E8"/>
          </p15:clr>
        </p15:guide>
        <p15:guide id="91" orient="horz" pos="224">
          <p15:clr>
            <a:srgbClr val="E8E8E8"/>
          </p15:clr>
        </p15:guide>
        <p15:guide id="92" orient="horz" pos="288">
          <p15:clr>
            <a:srgbClr val="E8E8E8"/>
          </p15:clr>
        </p15:guide>
        <p15:guide id="93" orient="horz" pos="353">
          <p15:clr>
            <a:srgbClr val="E8E8E8"/>
          </p15:clr>
        </p15:guide>
        <p15:guide id="94" orient="horz" pos="418">
          <p15:clr>
            <a:srgbClr val="E8E8E8"/>
          </p15:clr>
        </p15:guide>
        <p15:guide id="95" orient="horz" pos="483">
          <p15:clr>
            <a:srgbClr val="E8E8E8"/>
          </p15:clr>
        </p15:guide>
        <p15:guide id="96" orient="horz" pos="548">
          <p15:clr>
            <a:srgbClr val="E8E8E8"/>
          </p15:clr>
        </p15:guide>
        <p15:guide id="97" orient="horz" pos="613">
          <p15:clr>
            <a:srgbClr val="E8E8E8"/>
          </p15:clr>
        </p15:guide>
        <p15:guide id="98" orient="horz" pos="678">
          <p15:clr>
            <a:srgbClr val="E8E8E8"/>
          </p15:clr>
        </p15:guide>
        <p15:guide id="99" orient="horz" pos="743">
          <p15:clr>
            <a:srgbClr val="E8E8E8"/>
          </p15:clr>
        </p15:guide>
        <p15:guide id="100" orient="horz" pos="808">
          <p15:clr>
            <a:srgbClr val="E8E8E8"/>
          </p15:clr>
        </p15:guide>
        <p15:guide id="101" orient="horz" pos="873">
          <p15:clr>
            <a:srgbClr val="E8E8E8"/>
          </p15:clr>
        </p15:guide>
        <p15:guide id="102" orient="horz" pos="938">
          <p15:clr>
            <a:srgbClr val="E8E8E8"/>
          </p15:clr>
        </p15:guide>
        <p15:guide id="103" orient="horz" pos="1003">
          <p15:clr>
            <a:srgbClr val="E8E8E8"/>
          </p15:clr>
        </p15:guide>
        <p15:guide id="104" orient="horz" pos="1068">
          <p15:clr>
            <a:srgbClr val="E8E8E8"/>
          </p15:clr>
        </p15:guide>
        <p15:guide id="105" orient="horz" pos="1133">
          <p15:clr>
            <a:srgbClr val="E8E8E8"/>
          </p15:clr>
        </p15:guide>
        <p15:guide id="106" orient="horz" pos="1197">
          <p15:clr>
            <a:srgbClr val="E8E8E8"/>
          </p15:clr>
        </p15:guide>
        <p15:guide id="107" orient="horz" pos="1262">
          <p15:clr>
            <a:srgbClr val="E8E8E8"/>
          </p15:clr>
        </p15:guide>
        <p15:guide id="108" orient="horz" pos="1327">
          <p15:clr>
            <a:srgbClr val="E8E8E8"/>
          </p15:clr>
        </p15:guide>
        <p15:guide id="109" orient="horz" pos="1392">
          <p15:clr>
            <a:srgbClr val="E8E8E8"/>
          </p15:clr>
        </p15:guide>
        <p15:guide id="110" orient="horz" pos="1457">
          <p15:clr>
            <a:srgbClr val="E8E8E8"/>
          </p15:clr>
        </p15:guide>
        <p15:guide id="111" orient="horz" pos="1522">
          <p15:clr>
            <a:srgbClr val="E8E8E8"/>
          </p15:clr>
        </p15:guide>
        <p15:guide id="112" orient="horz" pos="1587">
          <p15:clr>
            <a:srgbClr val="E8E8E8"/>
          </p15:clr>
        </p15:guide>
        <p15:guide id="113" orient="horz" pos="1652">
          <p15:clr>
            <a:srgbClr val="E8E8E8"/>
          </p15:clr>
        </p15:guide>
        <p15:guide id="114" orient="horz" pos="1717">
          <p15:clr>
            <a:srgbClr val="E8E8E8"/>
          </p15:clr>
        </p15:guide>
        <p15:guide id="115" orient="horz" pos="1782">
          <p15:clr>
            <a:srgbClr val="E8E8E8"/>
          </p15:clr>
        </p15:guide>
        <p15:guide id="116" orient="horz" pos="1847">
          <p15:clr>
            <a:srgbClr val="E8E8E8"/>
          </p15:clr>
        </p15:guide>
        <p15:guide id="117" orient="horz" pos="1912">
          <p15:clr>
            <a:srgbClr val="E8E8E8"/>
          </p15:clr>
        </p15:guide>
        <p15:guide id="118" orient="horz" pos="1977">
          <p15:clr>
            <a:srgbClr val="E8E8E8"/>
          </p15:clr>
        </p15:guide>
        <p15:guide id="119" orient="horz" pos="2042">
          <p15:clr>
            <a:srgbClr val="E8E8E8"/>
          </p15:clr>
        </p15:guide>
        <p15:guide id="120" orient="horz" pos="2106">
          <p15:clr>
            <a:srgbClr val="E8E8E8"/>
          </p15:clr>
        </p15:guide>
        <p15:guide id="121" orient="horz" pos="2171">
          <p15:clr>
            <a:srgbClr val="E8E8E8"/>
          </p15:clr>
        </p15:guide>
        <p15:guide id="122" orient="horz" pos="2236">
          <p15:clr>
            <a:srgbClr val="E8E8E8"/>
          </p15:clr>
        </p15:guide>
        <p15:guide id="123" orient="horz" pos="2301">
          <p15:clr>
            <a:srgbClr val="E8E8E8"/>
          </p15:clr>
        </p15:guide>
        <p15:guide id="124" orient="horz" pos="2366">
          <p15:clr>
            <a:srgbClr val="E8E8E8"/>
          </p15:clr>
        </p15:guide>
        <p15:guide id="125" orient="horz" pos="2431">
          <p15:clr>
            <a:srgbClr val="E8E8E8"/>
          </p15:clr>
        </p15:guide>
        <p15:guide id="126" orient="horz" pos="2496">
          <p15:clr>
            <a:srgbClr val="E8E8E8"/>
          </p15:clr>
        </p15:guide>
        <p15:guide id="127" orient="horz" pos="2561">
          <p15:clr>
            <a:srgbClr val="E8E8E8"/>
          </p15:clr>
        </p15:guide>
        <p15:guide id="128" orient="horz" pos="2626">
          <p15:clr>
            <a:srgbClr val="E8E8E8"/>
          </p15:clr>
        </p15:guide>
        <p15:guide id="129" orient="horz" pos="2691">
          <p15:clr>
            <a:srgbClr val="E8E8E8"/>
          </p15:clr>
        </p15:guide>
        <p15:guide id="130" orient="horz" pos="2756">
          <p15:clr>
            <a:srgbClr val="E8E8E8"/>
          </p15:clr>
        </p15:guide>
        <p15:guide id="131" orient="horz" pos="2821">
          <p15:clr>
            <a:srgbClr val="E8E8E8"/>
          </p15:clr>
        </p15:guide>
        <p15:guide id="132" orient="horz" pos="2886">
          <p15:clr>
            <a:srgbClr val="E8E8E8"/>
          </p15:clr>
        </p15:guide>
        <p15:guide id="133" orient="horz" pos="2951">
          <p15:clr>
            <a:srgbClr val="E8E8E8"/>
          </p15:clr>
        </p15:guide>
        <p15:guide id="134" orient="horz" pos="3015">
          <p15:clr>
            <a:srgbClr val="E8E8E8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.Титульник dark">
  <p:cSld name="6.Титульник dark">
    <p:bg>
      <p:bgPr>
        <a:solidFill>
          <a:schemeClr val="lt2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8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 w="952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8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0" name="Google Shape;290;p68"/>
          <p:cNvGrpSpPr/>
          <p:nvPr/>
        </p:nvGrpSpPr>
        <p:grpSpPr>
          <a:xfrm>
            <a:off x="8569715" y="4505199"/>
            <a:ext cx="258577" cy="265368"/>
            <a:chOff x="238125" y="2432825"/>
            <a:chExt cx="779550" cy="781875"/>
          </a:xfrm>
        </p:grpSpPr>
        <p:sp>
          <p:nvSpPr>
            <p:cNvPr id="291" name="Google Shape;291;p68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8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8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8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. Отбивка dark">
  <p:cSld name="7. Отбивка dark">
    <p:bg>
      <p:bgPr>
        <a:solidFill>
          <a:schemeClr val="lt2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69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297" name="Google Shape;297;p69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9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9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9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9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9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. Определение dark">
  <p:cSld name="8. Определение dark">
    <p:bg>
      <p:bgPr>
        <a:solidFill>
          <a:schemeClr val="lt2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0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0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. Определение dark">
  <p:cSld name="9. Определение dark">
    <p:bg>
      <p:bgPr>
        <a:solidFill>
          <a:schemeClr val="lt2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1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1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1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. Фон dark">
  <p:cSld name="10. Фон dark">
    <p:bg>
      <p:bgPr>
        <a:solidFill>
          <a:schemeClr val="lt2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2"/>
          <p:cNvSpPr/>
          <p:nvPr/>
        </p:nvSpPr>
        <p:spPr>
          <a:xfrm>
            <a:off x="8382000" y="2523325"/>
            <a:ext cx="2286000" cy="2286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2"/>
          <p:cNvSpPr/>
          <p:nvPr/>
        </p:nvSpPr>
        <p:spPr>
          <a:xfrm>
            <a:off x="6087297" y="2514600"/>
            <a:ext cx="2286000" cy="22860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383838"/>
          </p15:clr>
        </p15:guide>
        <p15:guide id="2" pos="5760">
          <p15:clr>
            <a:srgbClr val="383838"/>
          </p15:clr>
        </p15:guide>
        <p15:guide id="3" pos="224">
          <p15:clr>
            <a:srgbClr val="383838"/>
          </p15:clr>
        </p15:guide>
        <p15:guide id="4" pos="286">
          <p15:clr>
            <a:srgbClr val="383838"/>
          </p15:clr>
        </p15:guide>
        <p15:guide id="5" pos="348">
          <p15:clr>
            <a:srgbClr val="383838"/>
          </p15:clr>
        </p15:guide>
        <p15:guide id="6" pos="411">
          <p15:clr>
            <a:srgbClr val="383838"/>
          </p15:clr>
        </p15:guide>
        <p15:guide id="7" pos="473">
          <p15:clr>
            <a:srgbClr val="383838"/>
          </p15:clr>
        </p15:guide>
        <p15:guide id="8" pos="536">
          <p15:clr>
            <a:srgbClr val="383838"/>
          </p15:clr>
        </p15:guide>
        <p15:guide id="9" pos="598">
          <p15:clr>
            <a:srgbClr val="383838"/>
          </p15:clr>
        </p15:guide>
        <p15:guide id="10" pos="661">
          <p15:clr>
            <a:srgbClr val="383838"/>
          </p15:clr>
        </p15:guide>
        <p15:guide id="11" pos="723">
          <p15:clr>
            <a:srgbClr val="383838"/>
          </p15:clr>
        </p15:guide>
        <p15:guide id="12" pos="786">
          <p15:clr>
            <a:srgbClr val="383838"/>
          </p15:clr>
        </p15:guide>
        <p15:guide id="13" pos="848">
          <p15:clr>
            <a:srgbClr val="383838"/>
          </p15:clr>
        </p15:guide>
        <p15:guide id="14" pos="911">
          <p15:clr>
            <a:srgbClr val="383838"/>
          </p15:clr>
        </p15:guide>
        <p15:guide id="15" pos="973">
          <p15:clr>
            <a:srgbClr val="383838"/>
          </p15:clr>
        </p15:guide>
        <p15:guide id="16" pos="1036">
          <p15:clr>
            <a:srgbClr val="383838"/>
          </p15:clr>
        </p15:guide>
        <p15:guide id="17" pos="1098">
          <p15:clr>
            <a:srgbClr val="383838"/>
          </p15:clr>
        </p15:guide>
        <p15:guide id="18" pos="1161">
          <p15:clr>
            <a:srgbClr val="383838"/>
          </p15:clr>
        </p15:guide>
        <p15:guide id="19" pos="1223">
          <p15:clr>
            <a:srgbClr val="383838"/>
          </p15:clr>
        </p15:guide>
        <p15:guide id="20" pos="1286">
          <p15:clr>
            <a:srgbClr val="383838"/>
          </p15:clr>
        </p15:guide>
        <p15:guide id="21" pos="1348">
          <p15:clr>
            <a:srgbClr val="383838"/>
          </p15:clr>
        </p15:guide>
        <p15:guide id="22" pos="1411">
          <p15:clr>
            <a:srgbClr val="383838"/>
          </p15:clr>
        </p15:guide>
        <p15:guide id="23" pos="1473">
          <p15:clr>
            <a:srgbClr val="383838"/>
          </p15:clr>
        </p15:guide>
        <p15:guide id="24" pos="1536">
          <p15:clr>
            <a:srgbClr val="383838"/>
          </p15:clr>
        </p15:guide>
        <p15:guide id="25" pos="1598">
          <p15:clr>
            <a:srgbClr val="383838"/>
          </p15:clr>
        </p15:guide>
        <p15:guide id="26" pos="1661">
          <p15:clr>
            <a:srgbClr val="383838"/>
          </p15:clr>
        </p15:guide>
        <p15:guide id="27" pos="1723">
          <p15:clr>
            <a:srgbClr val="383838"/>
          </p15:clr>
        </p15:guide>
        <p15:guide id="28" pos="1786">
          <p15:clr>
            <a:srgbClr val="383838"/>
          </p15:clr>
        </p15:guide>
        <p15:guide id="29" pos="1848">
          <p15:clr>
            <a:srgbClr val="383838"/>
          </p15:clr>
        </p15:guide>
        <p15:guide id="30" pos="1911">
          <p15:clr>
            <a:srgbClr val="383838"/>
          </p15:clr>
        </p15:guide>
        <p15:guide id="31" pos="1973">
          <p15:clr>
            <a:srgbClr val="383838"/>
          </p15:clr>
        </p15:guide>
        <p15:guide id="32" pos="2036">
          <p15:clr>
            <a:srgbClr val="383838"/>
          </p15:clr>
        </p15:guide>
        <p15:guide id="33" pos="2098">
          <p15:clr>
            <a:srgbClr val="383838"/>
          </p15:clr>
        </p15:guide>
        <p15:guide id="34" pos="2161">
          <p15:clr>
            <a:srgbClr val="383838"/>
          </p15:clr>
        </p15:guide>
        <p15:guide id="35" pos="2223">
          <p15:clr>
            <a:srgbClr val="383838"/>
          </p15:clr>
        </p15:guide>
        <p15:guide id="36" pos="2286">
          <p15:clr>
            <a:srgbClr val="383838"/>
          </p15:clr>
        </p15:guide>
        <p15:guide id="37" pos="2348">
          <p15:clr>
            <a:srgbClr val="383838"/>
          </p15:clr>
        </p15:guide>
        <p15:guide id="38" pos="2411">
          <p15:clr>
            <a:srgbClr val="383838"/>
          </p15:clr>
        </p15:guide>
        <p15:guide id="39" pos="2473">
          <p15:clr>
            <a:srgbClr val="383838"/>
          </p15:clr>
        </p15:guide>
        <p15:guide id="40" pos="2536">
          <p15:clr>
            <a:srgbClr val="383838"/>
          </p15:clr>
        </p15:guide>
        <p15:guide id="41" pos="2598">
          <p15:clr>
            <a:srgbClr val="383838"/>
          </p15:clr>
        </p15:guide>
        <p15:guide id="42" pos="2661">
          <p15:clr>
            <a:srgbClr val="383838"/>
          </p15:clr>
        </p15:guide>
        <p15:guide id="43" pos="2723">
          <p15:clr>
            <a:srgbClr val="383838"/>
          </p15:clr>
        </p15:guide>
        <p15:guide id="44" pos="2786">
          <p15:clr>
            <a:srgbClr val="383838"/>
          </p15:clr>
        </p15:guide>
        <p15:guide id="45" pos="2848">
          <p15:clr>
            <a:srgbClr val="383838"/>
          </p15:clr>
        </p15:guide>
        <p15:guide id="46" pos="2911">
          <p15:clr>
            <a:srgbClr val="383838"/>
          </p15:clr>
        </p15:guide>
        <p15:guide id="47" pos="2973">
          <p15:clr>
            <a:srgbClr val="383838"/>
          </p15:clr>
        </p15:guide>
        <p15:guide id="48" pos="3036">
          <p15:clr>
            <a:srgbClr val="383838"/>
          </p15:clr>
        </p15:guide>
        <p15:guide id="49" pos="3098">
          <p15:clr>
            <a:srgbClr val="383838"/>
          </p15:clr>
        </p15:guide>
        <p15:guide id="50" pos="3161">
          <p15:clr>
            <a:srgbClr val="383838"/>
          </p15:clr>
        </p15:guide>
        <p15:guide id="51" pos="3223">
          <p15:clr>
            <a:srgbClr val="383838"/>
          </p15:clr>
        </p15:guide>
        <p15:guide id="52" pos="3286">
          <p15:clr>
            <a:srgbClr val="383838"/>
          </p15:clr>
        </p15:guide>
        <p15:guide id="53" pos="3348">
          <p15:clr>
            <a:srgbClr val="383838"/>
          </p15:clr>
        </p15:guide>
        <p15:guide id="54" pos="3411">
          <p15:clr>
            <a:srgbClr val="383838"/>
          </p15:clr>
        </p15:guide>
        <p15:guide id="55" pos="3473">
          <p15:clr>
            <a:srgbClr val="383838"/>
          </p15:clr>
        </p15:guide>
        <p15:guide id="56" pos="3536">
          <p15:clr>
            <a:srgbClr val="383838"/>
          </p15:clr>
        </p15:guide>
        <p15:guide id="57" pos="3598">
          <p15:clr>
            <a:srgbClr val="383838"/>
          </p15:clr>
        </p15:guide>
        <p15:guide id="58" pos="3661">
          <p15:clr>
            <a:srgbClr val="383838"/>
          </p15:clr>
        </p15:guide>
        <p15:guide id="59" pos="3723">
          <p15:clr>
            <a:srgbClr val="383838"/>
          </p15:clr>
        </p15:guide>
        <p15:guide id="60" pos="3786">
          <p15:clr>
            <a:srgbClr val="383838"/>
          </p15:clr>
        </p15:guide>
        <p15:guide id="61" pos="3848">
          <p15:clr>
            <a:srgbClr val="383838"/>
          </p15:clr>
        </p15:guide>
        <p15:guide id="62" pos="3911">
          <p15:clr>
            <a:srgbClr val="383838"/>
          </p15:clr>
        </p15:guide>
        <p15:guide id="63" pos="3973">
          <p15:clr>
            <a:srgbClr val="383838"/>
          </p15:clr>
        </p15:guide>
        <p15:guide id="64" pos="4036">
          <p15:clr>
            <a:srgbClr val="383838"/>
          </p15:clr>
        </p15:guide>
        <p15:guide id="65" pos="4098">
          <p15:clr>
            <a:srgbClr val="383838"/>
          </p15:clr>
        </p15:guide>
        <p15:guide id="66" pos="4161">
          <p15:clr>
            <a:srgbClr val="383838"/>
          </p15:clr>
        </p15:guide>
        <p15:guide id="67" pos="4223">
          <p15:clr>
            <a:srgbClr val="383838"/>
          </p15:clr>
        </p15:guide>
        <p15:guide id="68" pos="4286">
          <p15:clr>
            <a:srgbClr val="383838"/>
          </p15:clr>
        </p15:guide>
        <p15:guide id="69" pos="4348">
          <p15:clr>
            <a:srgbClr val="383838"/>
          </p15:clr>
        </p15:guide>
        <p15:guide id="70" pos="4411">
          <p15:clr>
            <a:srgbClr val="383838"/>
          </p15:clr>
        </p15:guide>
        <p15:guide id="71" pos="4473">
          <p15:clr>
            <a:srgbClr val="383838"/>
          </p15:clr>
        </p15:guide>
        <p15:guide id="72" pos="4536">
          <p15:clr>
            <a:srgbClr val="383838"/>
          </p15:clr>
        </p15:guide>
        <p15:guide id="73" pos="4598">
          <p15:clr>
            <a:srgbClr val="383838"/>
          </p15:clr>
        </p15:guide>
        <p15:guide id="74" pos="4661">
          <p15:clr>
            <a:srgbClr val="383838"/>
          </p15:clr>
        </p15:guide>
        <p15:guide id="75" pos="4723">
          <p15:clr>
            <a:srgbClr val="383838"/>
          </p15:clr>
        </p15:guide>
        <p15:guide id="76" pos="4786">
          <p15:clr>
            <a:srgbClr val="383838"/>
          </p15:clr>
        </p15:guide>
        <p15:guide id="77" pos="4848">
          <p15:clr>
            <a:srgbClr val="383838"/>
          </p15:clr>
        </p15:guide>
        <p15:guide id="78" pos="4911">
          <p15:clr>
            <a:srgbClr val="383838"/>
          </p15:clr>
        </p15:guide>
        <p15:guide id="79" pos="4973">
          <p15:clr>
            <a:srgbClr val="383838"/>
          </p15:clr>
        </p15:guide>
        <p15:guide id="80" pos="5036">
          <p15:clr>
            <a:srgbClr val="383838"/>
          </p15:clr>
        </p15:guide>
        <p15:guide id="81" pos="5098">
          <p15:clr>
            <a:srgbClr val="383838"/>
          </p15:clr>
        </p15:guide>
        <p15:guide id="82" pos="5161">
          <p15:clr>
            <a:srgbClr val="383838"/>
          </p15:clr>
        </p15:guide>
        <p15:guide id="83" pos="5223">
          <p15:clr>
            <a:srgbClr val="383838"/>
          </p15:clr>
        </p15:guide>
        <p15:guide id="84" pos="5286">
          <p15:clr>
            <a:srgbClr val="383838"/>
          </p15:clr>
        </p15:guide>
        <p15:guide id="85" pos="5348">
          <p15:clr>
            <a:srgbClr val="383838"/>
          </p15:clr>
        </p15:guide>
        <p15:guide id="86" pos="5411">
          <p15:clr>
            <a:srgbClr val="383838"/>
          </p15:clr>
        </p15:guide>
        <p15:guide id="87" pos="5473">
          <p15:clr>
            <a:srgbClr val="383838"/>
          </p15:clr>
        </p15:guide>
        <p15:guide id="88" pos="5536">
          <p15:clr>
            <a:srgbClr val="383838"/>
          </p15:clr>
        </p15:guide>
        <p15:guide id="89" orient="horz">
          <p15:clr>
            <a:srgbClr val="383838"/>
          </p15:clr>
        </p15:guide>
        <p15:guide id="90" orient="horz" pos="3240">
          <p15:clr>
            <a:srgbClr val="383838"/>
          </p15:clr>
        </p15:guide>
        <p15:guide id="91" orient="horz" pos="224">
          <p15:clr>
            <a:srgbClr val="383838"/>
          </p15:clr>
        </p15:guide>
        <p15:guide id="92" orient="horz" pos="288">
          <p15:clr>
            <a:srgbClr val="383838"/>
          </p15:clr>
        </p15:guide>
        <p15:guide id="93" orient="horz" pos="353">
          <p15:clr>
            <a:srgbClr val="383838"/>
          </p15:clr>
        </p15:guide>
        <p15:guide id="94" orient="horz" pos="418">
          <p15:clr>
            <a:srgbClr val="383838"/>
          </p15:clr>
        </p15:guide>
        <p15:guide id="95" orient="horz" pos="483">
          <p15:clr>
            <a:srgbClr val="383838"/>
          </p15:clr>
        </p15:guide>
        <p15:guide id="96" orient="horz" pos="548">
          <p15:clr>
            <a:srgbClr val="383838"/>
          </p15:clr>
        </p15:guide>
        <p15:guide id="97" orient="horz" pos="613">
          <p15:clr>
            <a:srgbClr val="383838"/>
          </p15:clr>
        </p15:guide>
        <p15:guide id="98" orient="horz" pos="678">
          <p15:clr>
            <a:srgbClr val="383838"/>
          </p15:clr>
        </p15:guide>
        <p15:guide id="99" orient="horz" pos="743">
          <p15:clr>
            <a:srgbClr val="383838"/>
          </p15:clr>
        </p15:guide>
        <p15:guide id="100" orient="horz" pos="808">
          <p15:clr>
            <a:srgbClr val="383838"/>
          </p15:clr>
        </p15:guide>
        <p15:guide id="101" orient="horz" pos="873">
          <p15:clr>
            <a:srgbClr val="383838"/>
          </p15:clr>
        </p15:guide>
        <p15:guide id="102" orient="horz" pos="938">
          <p15:clr>
            <a:srgbClr val="383838"/>
          </p15:clr>
        </p15:guide>
        <p15:guide id="103" orient="horz" pos="1003">
          <p15:clr>
            <a:srgbClr val="383838"/>
          </p15:clr>
        </p15:guide>
        <p15:guide id="104" orient="horz" pos="1068">
          <p15:clr>
            <a:srgbClr val="383838"/>
          </p15:clr>
        </p15:guide>
        <p15:guide id="105" orient="horz" pos="1133">
          <p15:clr>
            <a:srgbClr val="383838"/>
          </p15:clr>
        </p15:guide>
        <p15:guide id="106" orient="horz" pos="1197">
          <p15:clr>
            <a:srgbClr val="383838"/>
          </p15:clr>
        </p15:guide>
        <p15:guide id="107" orient="horz" pos="1262">
          <p15:clr>
            <a:srgbClr val="383838"/>
          </p15:clr>
        </p15:guide>
        <p15:guide id="108" orient="horz" pos="1327">
          <p15:clr>
            <a:srgbClr val="383838"/>
          </p15:clr>
        </p15:guide>
        <p15:guide id="109" orient="horz" pos="1392">
          <p15:clr>
            <a:srgbClr val="383838"/>
          </p15:clr>
        </p15:guide>
        <p15:guide id="110" orient="horz" pos="1457">
          <p15:clr>
            <a:srgbClr val="383838"/>
          </p15:clr>
        </p15:guide>
        <p15:guide id="111" orient="horz" pos="1522">
          <p15:clr>
            <a:srgbClr val="383838"/>
          </p15:clr>
        </p15:guide>
        <p15:guide id="112" orient="horz" pos="1587">
          <p15:clr>
            <a:srgbClr val="383838"/>
          </p15:clr>
        </p15:guide>
        <p15:guide id="113" orient="horz" pos="1652">
          <p15:clr>
            <a:srgbClr val="383838"/>
          </p15:clr>
        </p15:guide>
        <p15:guide id="114" orient="horz" pos="1717">
          <p15:clr>
            <a:srgbClr val="383838"/>
          </p15:clr>
        </p15:guide>
        <p15:guide id="115" orient="horz" pos="1782">
          <p15:clr>
            <a:srgbClr val="383838"/>
          </p15:clr>
        </p15:guide>
        <p15:guide id="116" orient="horz" pos="1847">
          <p15:clr>
            <a:srgbClr val="383838"/>
          </p15:clr>
        </p15:guide>
        <p15:guide id="117" orient="horz" pos="1912">
          <p15:clr>
            <a:srgbClr val="383838"/>
          </p15:clr>
        </p15:guide>
        <p15:guide id="118" orient="horz" pos="1977">
          <p15:clr>
            <a:srgbClr val="383838"/>
          </p15:clr>
        </p15:guide>
        <p15:guide id="119" orient="horz" pos="2042">
          <p15:clr>
            <a:srgbClr val="383838"/>
          </p15:clr>
        </p15:guide>
        <p15:guide id="120" orient="horz" pos="2106">
          <p15:clr>
            <a:srgbClr val="383838"/>
          </p15:clr>
        </p15:guide>
        <p15:guide id="121" orient="horz" pos="2171">
          <p15:clr>
            <a:srgbClr val="383838"/>
          </p15:clr>
        </p15:guide>
        <p15:guide id="122" orient="horz" pos="2236">
          <p15:clr>
            <a:srgbClr val="383838"/>
          </p15:clr>
        </p15:guide>
        <p15:guide id="123" orient="horz" pos="2301">
          <p15:clr>
            <a:srgbClr val="383838"/>
          </p15:clr>
        </p15:guide>
        <p15:guide id="124" orient="horz" pos="2366">
          <p15:clr>
            <a:srgbClr val="383838"/>
          </p15:clr>
        </p15:guide>
        <p15:guide id="125" orient="horz" pos="2431">
          <p15:clr>
            <a:srgbClr val="383838"/>
          </p15:clr>
        </p15:guide>
        <p15:guide id="126" orient="horz" pos="2496">
          <p15:clr>
            <a:srgbClr val="383838"/>
          </p15:clr>
        </p15:guide>
        <p15:guide id="127" orient="horz" pos="2561">
          <p15:clr>
            <a:srgbClr val="383838"/>
          </p15:clr>
        </p15:guide>
        <p15:guide id="128" orient="horz" pos="2626">
          <p15:clr>
            <a:srgbClr val="383838"/>
          </p15:clr>
        </p15:guide>
        <p15:guide id="129" orient="horz" pos="2691">
          <p15:clr>
            <a:srgbClr val="383838"/>
          </p15:clr>
        </p15:guide>
        <p15:guide id="130" orient="horz" pos="2756">
          <p15:clr>
            <a:srgbClr val="383838"/>
          </p15:clr>
        </p15:guide>
        <p15:guide id="131" orient="horz" pos="2821">
          <p15:clr>
            <a:srgbClr val="383838"/>
          </p15:clr>
        </p15:guide>
        <p15:guide id="132" orient="horz" pos="2886">
          <p15:clr>
            <a:srgbClr val="383838"/>
          </p15:clr>
        </p15:guide>
        <p15:guide id="133" orient="horz" pos="2951">
          <p15:clr>
            <a:srgbClr val="383838"/>
          </p15:clr>
        </p15:guide>
        <p15:guide id="134" orient="horz" pos="3015">
          <p15:clr>
            <a:srgbClr val="383838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. Отбивка neo">
  <p:cSld name="13. Отбивка">
    <p:bg>
      <p:bgPr>
        <a:solidFill>
          <a:schemeClr val="accent2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73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16" name="Google Shape;316;p73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73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73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73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73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73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. Фон neo 1">
  <p:cSld name="16. Фон neo">
    <p:bg>
      <p:bgPr>
        <a:solidFill>
          <a:schemeClr val="accent2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808080"/>
          </p15:clr>
        </p15:guide>
        <p15:guide id="2" pos="5760">
          <p15:clr>
            <a:srgbClr val="808080"/>
          </p15:clr>
        </p15:guide>
        <p15:guide id="3" pos="224">
          <p15:clr>
            <a:srgbClr val="808080"/>
          </p15:clr>
        </p15:guide>
        <p15:guide id="4" pos="286">
          <p15:clr>
            <a:srgbClr val="808080"/>
          </p15:clr>
        </p15:guide>
        <p15:guide id="5" pos="348">
          <p15:clr>
            <a:srgbClr val="808080"/>
          </p15:clr>
        </p15:guide>
        <p15:guide id="6" pos="411">
          <p15:clr>
            <a:srgbClr val="808080"/>
          </p15:clr>
        </p15:guide>
        <p15:guide id="7" pos="473">
          <p15:clr>
            <a:srgbClr val="808080"/>
          </p15:clr>
        </p15:guide>
        <p15:guide id="8" pos="536">
          <p15:clr>
            <a:srgbClr val="808080"/>
          </p15:clr>
        </p15:guide>
        <p15:guide id="9" pos="598">
          <p15:clr>
            <a:srgbClr val="808080"/>
          </p15:clr>
        </p15:guide>
        <p15:guide id="10" pos="661">
          <p15:clr>
            <a:srgbClr val="808080"/>
          </p15:clr>
        </p15:guide>
        <p15:guide id="11" pos="723">
          <p15:clr>
            <a:srgbClr val="808080"/>
          </p15:clr>
        </p15:guide>
        <p15:guide id="12" pos="786">
          <p15:clr>
            <a:srgbClr val="808080"/>
          </p15:clr>
        </p15:guide>
        <p15:guide id="13" pos="848">
          <p15:clr>
            <a:srgbClr val="808080"/>
          </p15:clr>
        </p15:guide>
        <p15:guide id="14" pos="911">
          <p15:clr>
            <a:srgbClr val="808080"/>
          </p15:clr>
        </p15:guide>
        <p15:guide id="15" pos="973">
          <p15:clr>
            <a:srgbClr val="808080"/>
          </p15:clr>
        </p15:guide>
        <p15:guide id="16" pos="1036">
          <p15:clr>
            <a:srgbClr val="808080"/>
          </p15:clr>
        </p15:guide>
        <p15:guide id="17" pos="1098">
          <p15:clr>
            <a:srgbClr val="808080"/>
          </p15:clr>
        </p15:guide>
        <p15:guide id="18" pos="1161">
          <p15:clr>
            <a:srgbClr val="808080"/>
          </p15:clr>
        </p15:guide>
        <p15:guide id="19" pos="1223">
          <p15:clr>
            <a:srgbClr val="808080"/>
          </p15:clr>
        </p15:guide>
        <p15:guide id="20" pos="1286">
          <p15:clr>
            <a:srgbClr val="808080"/>
          </p15:clr>
        </p15:guide>
        <p15:guide id="21" pos="1348">
          <p15:clr>
            <a:srgbClr val="808080"/>
          </p15:clr>
        </p15:guide>
        <p15:guide id="22" pos="1411">
          <p15:clr>
            <a:srgbClr val="808080"/>
          </p15:clr>
        </p15:guide>
        <p15:guide id="23" pos="1473">
          <p15:clr>
            <a:srgbClr val="808080"/>
          </p15:clr>
        </p15:guide>
        <p15:guide id="24" pos="1536">
          <p15:clr>
            <a:srgbClr val="808080"/>
          </p15:clr>
        </p15:guide>
        <p15:guide id="25" pos="1598">
          <p15:clr>
            <a:srgbClr val="808080"/>
          </p15:clr>
        </p15:guide>
        <p15:guide id="26" pos="1661">
          <p15:clr>
            <a:srgbClr val="808080"/>
          </p15:clr>
        </p15:guide>
        <p15:guide id="27" pos="1723">
          <p15:clr>
            <a:srgbClr val="808080"/>
          </p15:clr>
        </p15:guide>
        <p15:guide id="28" pos="1786">
          <p15:clr>
            <a:srgbClr val="808080"/>
          </p15:clr>
        </p15:guide>
        <p15:guide id="29" pos="1848">
          <p15:clr>
            <a:srgbClr val="808080"/>
          </p15:clr>
        </p15:guide>
        <p15:guide id="30" pos="1911">
          <p15:clr>
            <a:srgbClr val="808080"/>
          </p15:clr>
        </p15:guide>
        <p15:guide id="31" pos="1973">
          <p15:clr>
            <a:srgbClr val="808080"/>
          </p15:clr>
        </p15:guide>
        <p15:guide id="32" pos="2036">
          <p15:clr>
            <a:srgbClr val="808080"/>
          </p15:clr>
        </p15:guide>
        <p15:guide id="33" pos="2098">
          <p15:clr>
            <a:srgbClr val="808080"/>
          </p15:clr>
        </p15:guide>
        <p15:guide id="34" pos="2161">
          <p15:clr>
            <a:srgbClr val="808080"/>
          </p15:clr>
        </p15:guide>
        <p15:guide id="35" pos="2223">
          <p15:clr>
            <a:srgbClr val="808080"/>
          </p15:clr>
        </p15:guide>
        <p15:guide id="36" pos="2286">
          <p15:clr>
            <a:srgbClr val="808080"/>
          </p15:clr>
        </p15:guide>
        <p15:guide id="37" pos="2348">
          <p15:clr>
            <a:srgbClr val="808080"/>
          </p15:clr>
        </p15:guide>
        <p15:guide id="38" pos="2411">
          <p15:clr>
            <a:srgbClr val="808080"/>
          </p15:clr>
        </p15:guide>
        <p15:guide id="39" pos="2473">
          <p15:clr>
            <a:srgbClr val="808080"/>
          </p15:clr>
        </p15:guide>
        <p15:guide id="40" pos="2536">
          <p15:clr>
            <a:srgbClr val="808080"/>
          </p15:clr>
        </p15:guide>
        <p15:guide id="41" pos="2598">
          <p15:clr>
            <a:srgbClr val="808080"/>
          </p15:clr>
        </p15:guide>
        <p15:guide id="42" pos="2661">
          <p15:clr>
            <a:srgbClr val="808080"/>
          </p15:clr>
        </p15:guide>
        <p15:guide id="43" pos="2723">
          <p15:clr>
            <a:srgbClr val="808080"/>
          </p15:clr>
        </p15:guide>
        <p15:guide id="44" pos="2786">
          <p15:clr>
            <a:srgbClr val="808080"/>
          </p15:clr>
        </p15:guide>
        <p15:guide id="45" pos="2848">
          <p15:clr>
            <a:srgbClr val="808080"/>
          </p15:clr>
        </p15:guide>
        <p15:guide id="46" pos="2911">
          <p15:clr>
            <a:srgbClr val="808080"/>
          </p15:clr>
        </p15:guide>
        <p15:guide id="47" pos="2973">
          <p15:clr>
            <a:srgbClr val="808080"/>
          </p15:clr>
        </p15:guide>
        <p15:guide id="48" pos="3036">
          <p15:clr>
            <a:srgbClr val="808080"/>
          </p15:clr>
        </p15:guide>
        <p15:guide id="49" pos="3098">
          <p15:clr>
            <a:srgbClr val="808080"/>
          </p15:clr>
        </p15:guide>
        <p15:guide id="50" pos="3161">
          <p15:clr>
            <a:srgbClr val="808080"/>
          </p15:clr>
        </p15:guide>
        <p15:guide id="51" pos="3223">
          <p15:clr>
            <a:srgbClr val="808080"/>
          </p15:clr>
        </p15:guide>
        <p15:guide id="52" pos="3286">
          <p15:clr>
            <a:srgbClr val="808080"/>
          </p15:clr>
        </p15:guide>
        <p15:guide id="53" pos="3348">
          <p15:clr>
            <a:srgbClr val="808080"/>
          </p15:clr>
        </p15:guide>
        <p15:guide id="54" pos="3411">
          <p15:clr>
            <a:srgbClr val="808080"/>
          </p15:clr>
        </p15:guide>
        <p15:guide id="55" pos="3473">
          <p15:clr>
            <a:srgbClr val="808080"/>
          </p15:clr>
        </p15:guide>
        <p15:guide id="56" pos="3536">
          <p15:clr>
            <a:srgbClr val="808080"/>
          </p15:clr>
        </p15:guide>
        <p15:guide id="57" pos="3598">
          <p15:clr>
            <a:srgbClr val="808080"/>
          </p15:clr>
        </p15:guide>
        <p15:guide id="58" pos="3661">
          <p15:clr>
            <a:srgbClr val="808080"/>
          </p15:clr>
        </p15:guide>
        <p15:guide id="59" pos="3723">
          <p15:clr>
            <a:srgbClr val="808080"/>
          </p15:clr>
        </p15:guide>
        <p15:guide id="60" pos="3786">
          <p15:clr>
            <a:srgbClr val="808080"/>
          </p15:clr>
        </p15:guide>
        <p15:guide id="61" pos="3848">
          <p15:clr>
            <a:srgbClr val="808080"/>
          </p15:clr>
        </p15:guide>
        <p15:guide id="62" pos="3911">
          <p15:clr>
            <a:srgbClr val="808080"/>
          </p15:clr>
        </p15:guide>
        <p15:guide id="63" pos="3973">
          <p15:clr>
            <a:srgbClr val="808080"/>
          </p15:clr>
        </p15:guide>
        <p15:guide id="64" pos="4036">
          <p15:clr>
            <a:srgbClr val="808080"/>
          </p15:clr>
        </p15:guide>
        <p15:guide id="65" pos="4098">
          <p15:clr>
            <a:srgbClr val="808080"/>
          </p15:clr>
        </p15:guide>
        <p15:guide id="66" pos="4161">
          <p15:clr>
            <a:srgbClr val="808080"/>
          </p15:clr>
        </p15:guide>
        <p15:guide id="67" pos="4223">
          <p15:clr>
            <a:srgbClr val="808080"/>
          </p15:clr>
        </p15:guide>
        <p15:guide id="68" pos="4286">
          <p15:clr>
            <a:srgbClr val="808080"/>
          </p15:clr>
        </p15:guide>
        <p15:guide id="69" pos="4348">
          <p15:clr>
            <a:srgbClr val="808080"/>
          </p15:clr>
        </p15:guide>
        <p15:guide id="70" pos="4411">
          <p15:clr>
            <a:srgbClr val="808080"/>
          </p15:clr>
        </p15:guide>
        <p15:guide id="71" pos="4473">
          <p15:clr>
            <a:srgbClr val="808080"/>
          </p15:clr>
        </p15:guide>
        <p15:guide id="72" pos="4536">
          <p15:clr>
            <a:srgbClr val="808080"/>
          </p15:clr>
        </p15:guide>
        <p15:guide id="73" pos="4598">
          <p15:clr>
            <a:srgbClr val="808080"/>
          </p15:clr>
        </p15:guide>
        <p15:guide id="74" pos="4661">
          <p15:clr>
            <a:srgbClr val="808080"/>
          </p15:clr>
        </p15:guide>
        <p15:guide id="75" pos="4723">
          <p15:clr>
            <a:srgbClr val="808080"/>
          </p15:clr>
        </p15:guide>
        <p15:guide id="76" pos="4786">
          <p15:clr>
            <a:srgbClr val="808080"/>
          </p15:clr>
        </p15:guide>
        <p15:guide id="77" pos="4848">
          <p15:clr>
            <a:srgbClr val="808080"/>
          </p15:clr>
        </p15:guide>
        <p15:guide id="78" pos="4911">
          <p15:clr>
            <a:srgbClr val="808080"/>
          </p15:clr>
        </p15:guide>
        <p15:guide id="79" pos="4973">
          <p15:clr>
            <a:srgbClr val="808080"/>
          </p15:clr>
        </p15:guide>
        <p15:guide id="80" pos="5036">
          <p15:clr>
            <a:srgbClr val="808080"/>
          </p15:clr>
        </p15:guide>
        <p15:guide id="81" pos="5098">
          <p15:clr>
            <a:srgbClr val="808080"/>
          </p15:clr>
        </p15:guide>
        <p15:guide id="82" pos="5161">
          <p15:clr>
            <a:srgbClr val="808080"/>
          </p15:clr>
        </p15:guide>
        <p15:guide id="83" pos="5223">
          <p15:clr>
            <a:srgbClr val="808080"/>
          </p15:clr>
        </p15:guide>
        <p15:guide id="84" pos="5286">
          <p15:clr>
            <a:srgbClr val="808080"/>
          </p15:clr>
        </p15:guide>
        <p15:guide id="85" pos="5348">
          <p15:clr>
            <a:srgbClr val="808080"/>
          </p15:clr>
        </p15:guide>
        <p15:guide id="86" pos="5411">
          <p15:clr>
            <a:srgbClr val="808080"/>
          </p15:clr>
        </p15:guide>
        <p15:guide id="87" pos="5473">
          <p15:clr>
            <a:srgbClr val="808080"/>
          </p15:clr>
        </p15:guide>
        <p15:guide id="88" pos="5536">
          <p15:clr>
            <a:srgbClr val="808080"/>
          </p15:clr>
        </p15:guide>
        <p15:guide id="89" orient="horz">
          <p15:clr>
            <a:srgbClr val="808080"/>
          </p15:clr>
        </p15:guide>
        <p15:guide id="90" orient="horz" pos="3240">
          <p15:clr>
            <a:srgbClr val="808080"/>
          </p15:clr>
        </p15:guide>
        <p15:guide id="91" orient="horz" pos="224">
          <p15:clr>
            <a:srgbClr val="808080"/>
          </p15:clr>
        </p15:guide>
        <p15:guide id="92" orient="horz" pos="288">
          <p15:clr>
            <a:srgbClr val="808080"/>
          </p15:clr>
        </p15:guide>
        <p15:guide id="93" orient="horz" pos="353">
          <p15:clr>
            <a:srgbClr val="808080"/>
          </p15:clr>
        </p15:guide>
        <p15:guide id="94" orient="horz" pos="418">
          <p15:clr>
            <a:srgbClr val="808080"/>
          </p15:clr>
        </p15:guide>
        <p15:guide id="95" orient="horz" pos="483">
          <p15:clr>
            <a:srgbClr val="808080"/>
          </p15:clr>
        </p15:guide>
        <p15:guide id="96" orient="horz" pos="548">
          <p15:clr>
            <a:srgbClr val="808080"/>
          </p15:clr>
        </p15:guide>
        <p15:guide id="97" orient="horz" pos="613">
          <p15:clr>
            <a:srgbClr val="808080"/>
          </p15:clr>
        </p15:guide>
        <p15:guide id="98" orient="horz" pos="678">
          <p15:clr>
            <a:srgbClr val="808080"/>
          </p15:clr>
        </p15:guide>
        <p15:guide id="99" orient="horz" pos="743">
          <p15:clr>
            <a:srgbClr val="808080"/>
          </p15:clr>
        </p15:guide>
        <p15:guide id="100" orient="horz" pos="808">
          <p15:clr>
            <a:srgbClr val="808080"/>
          </p15:clr>
        </p15:guide>
        <p15:guide id="101" orient="horz" pos="873">
          <p15:clr>
            <a:srgbClr val="808080"/>
          </p15:clr>
        </p15:guide>
        <p15:guide id="102" orient="horz" pos="938">
          <p15:clr>
            <a:srgbClr val="808080"/>
          </p15:clr>
        </p15:guide>
        <p15:guide id="103" orient="horz" pos="1003">
          <p15:clr>
            <a:srgbClr val="808080"/>
          </p15:clr>
        </p15:guide>
        <p15:guide id="104" orient="horz" pos="1068">
          <p15:clr>
            <a:srgbClr val="808080"/>
          </p15:clr>
        </p15:guide>
        <p15:guide id="105" orient="horz" pos="1133">
          <p15:clr>
            <a:srgbClr val="808080"/>
          </p15:clr>
        </p15:guide>
        <p15:guide id="106" orient="horz" pos="1197">
          <p15:clr>
            <a:srgbClr val="808080"/>
          </p15:clr>
        </p15:guide>
        <p15:guide id="107" orient="horz" pos="1262">
          <p15:clr>
            <a:srgbClr val="808080"/>
          </p15:clr>
        </p15:guide>
        <p15:guide id="108" orient="horz" pos="1327">
          <p15:clr>
            <a:srgbClr val="808080"/>
          </p15:clr>
        </p15:guide>
        <p15:guide id="109" orient="horz" pos="1392">
          <p15:clr>
            <a:srgbClr val="808080"/>
          </p15:clr>
        </p15:guide>
        <p15:guide id="110" orient="horz" pos="1457">
          <p15:clr>
            <a:srgbClr val="808080"/>
          </p15:clr>
        </p15:guide>
        <p15:guide id="111" orient="horz" pos="1522">
          <p15:clr>
            <a:srgbClr val="808080"/>
          </p15:clr>
        </p15:guide>
        <p15:guide id="112" orient="horz" pos="1587">
          <p15:clr>
            <a:srgbClr val="808080"/>
          </p15:clr>
        </p15:guide>
        <p15:guide id="113" orient="horz" pos="1652">
          <p15:clr>
            <a:srgbClr val="808080"/>
          </p15:clr>
        </p15:guide>
        <p15:guide id="114" orient="horz" pos="1717">
          <p15:clr>
            <a:srgbClr val="808080"/>
          </p15:clr>
        </p15:guide>
        <p15:guide id="115" orient="horz" pos="1782">
          <p15:clr>
            <a:srgbClr val="808080"/>
          </p15:clr>
        </p15:guide>
        <p15:guide id="116" orient="horz" pos="1847">
          <p15:clr>
            <a:srgbClr val="808080"/>
          </p15:clr>
        </p15:guide>
        <p15:guide id="117" orient="horz" pos="1912">
          <p15:clr>
            <a:srgbClr val="808080"/>
          </p15:clr>
        </p15:guide>
        <p15:guide id="118" orient="horz" pos="1977">
          <p15:clr>
            <a:srgbClr val="808080"/>
          </p15:clr>
        </p15:guide>
        <p15:guide id="119" orient="horz" pos="2042">
          <p15:clr>
            <a:srgbClr val="808080"/>
          </p15:clr>
        </p15:guide>
        <p15:guide id="120" orient="horz" pos="2106">
          <p15:clr>
            <a:srgbClr val="808080"/>
          </p15:clr>
        </p15:guide>
        <p15:guide id="121" orient="horz" pos="2171">
          <p15:clr>
            <a:srgbClr val="808080"/>
          </p15:clr>
        </p15:guide>
        <p15:guide id="122" orient="horz" pos="2236">
          <p15:clr>
            <a:srgbClr val="808080"/>
          </p15:clr>
        </p15:guide>
        <p15:guide id="123" orient="horz" pos="2301">
          <p15:clr>
            <a:srgbClr val="808080"/>
          </p15:clr>
        </p15:guide>
        <p15:guide id="124" orient="horz" pos="2366">
          <p15:clr>
            <a:srgbClr val="808080"/>
          </p15:clr>
        </p15:guide>
        <p15:guide id="125" orient="horz" pos="2431">
          <p15:clr>
            <a:srgbClr val="808080"/>
          </p15:clr>
        </p15:guide>
        <p15:guide id="126" orient="horz" pos="2496">
          <p15:clr>
            <a:srgbClr val="808080"/>
          </p15:clr>
        </p15:guide>
        <p15:guide id="127" orient="horz" pos="2561">
          <p15:clr>
            <a:srgbClr val="808080"/>
          </p15:clr>
        </p15:guide>
        <p15:guide id="128" orient="horz" pos="2626">
          <p15:clr>
            <a:srgbClr val="808080"/>
          </p15:clr>
        </p15:guide>
        <p15:guide id="129" orient="horz" pos="2691">
          <p15:clr>
            <a:srgbClr val="808080"/>
          </p15:clr>
        </p15:guide>
        <p15:guide id="130" orient="horz" pos="2756">
          <p15:clr>
            <a:srgbClr val="808080"/>
          </p15:clr>
        </p15:guide>
        <p15:guide id="131" orient="horz" pos="2821">
          <p15:clr>
            <a:srgbClr val="808080"/>
          </p15:clr>
        </p15:guide>
        <p15:guide id="132" orient="horz" pos="2886">
          <p15:clr>
            <a:srgbClr val="808080"/>
          </p15:clr>
        </p15:guide>
        <p15:guide id="133" orient="horz" pos="2951">
          <p15:clr>
            <a:srgbClr val="808080"/>
          </p15:clr>
        </p15:guide>
        <p15:guide id="134" orient="horz" pos="3015">
          <p15:clr>
            <a:srgbClr val="80808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основная">
  <p:cSld name="Сетка_основная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ик_mono">
  <p:cSld name="Сетка_основная_3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7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7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mono">
  <p:cSld name="Сетка_основная_3_1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78"/>
          <p:cNvGrpSpPr/>
          <p:nvPr/>
        </p:nvGrpSpPr>
        <p:grpSpPr>
          <a:xfrm>
            <a:off x="5737860" y="7650"/>
            <a:ext cx="3406140" cy="5128200"/>
            <a:chOff x="11475720" y="0"/>
            <a:chExt cx="6812280" cy="10256400"/>
          </a:xfrm>
        </p:grpSpPr>
        <p:sp>
          <p:nvSpPr>
            <p:cNvPr id="333" name="Google Shape;333;p78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78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78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78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78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78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mono_образец с заголовком">
  <p:cSld name="Сетка_основная_3_1_2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79"/>
          <p:cNvGrpSpPr/>
          <p:nvPr/>
        </p:nvGrpSpPr>
        <p:grpSpPr>
          <a:xfrm>
            <a:off x="5737860" y="7650"/>
            <a:ext cx="3406140" cy="5128200"/>
            <a:chOff x="11475720" y="0"/>
            <a:chExt cx="6812280" cy="10256400"/>
          </a:xfrm>
        </p:grpSpPr>
        <p:sp>
          <p:nvSpPr>
            <p:cNvPr id="341" name="Google Shape;341;p79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79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79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79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79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79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6"/>
            </a:solidFill>
            <a:ln w="190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7" name="Google Shape;347;p79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mono">
  <p:cSld name="Сетка_основная_3_1_1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0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0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6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_dark">
  <p:cSld name="Сетка_основная_2">
    <p:bg>
      <p:bgPr>
        <a:solidFill>
          <a:schemeClr val="lt2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1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rgbClr val="2F3035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81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28575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dark">
  <p:cSld name="Сетка_основная_2_1">
    <p:bg>
      <p:bgPr>
        <a:solidFill>
          <a:schemeClr val="lt2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2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57" name="Google Shape;357;p82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82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82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2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2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2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dark_образец с заголовком">
  <p:cSld name="Сетка_основная_2_1_2">
    <p:bg>
      <p:bgPr>
        <a:solidFill>
          <a:schemeClr val="lt2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Google Shape;364;p83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65" name="Google Shape;365;p83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3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3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3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3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3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rgbClr val="2F3035"/>
            </a:solidFill>
            <a:ln w="28575" cap="flat" cmpd="sng">
              <a:solidFill>
                <a:srgbClr val="2F30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1" name="Google Shape;371;p83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dark">
  <p:cSld name="Сетка_основная_2_1_1">
    <p:bg>
      <p:bgPr>
        <a:solidFill>
          <a:schemeClr val="lt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4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4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84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rgbClr val="2F3035"/>
          </a:solidFill>
          <a:ln w="25400" cap="flat" cmpd="sng">
            <a:solidFill>
              <a:srgbClr val="2F30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_neo">
  <p:cSld name="Сетка_основная_1">
    <p:bg>
      <p:bgPr>
        <a:solidFill>
          <a:srgbClr val="47C397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5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5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бивка_neo">
  <p:cSld name="Сетка_основная_1_2">
    <p:bg>
      <p:bgPr>
        <a:solidFill>
          <a:srgbClr val="47C397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86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81" name="Google Shape;381;p86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86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86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86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86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86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бивка_neo_образец с заголовком">
  <p:cSld name="Сетка_основная_1_2_2">
    <p:bg>
      <p:bgPr>
        <a:solidFill>
          <a:srgbClr val="47C397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oogle Shape;388;p87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389" name="Google Shape;389;p87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87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87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87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7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87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dk2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5" name="Google Shape;395;p87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neo ">
  <p:cSld name="Сетка_основная_1_2_1">
    <p:bg>
      <p:bgPr>
        <a:solidFill>
          <a:srgbClr val="47C397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88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88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88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dk2"/>
          </a:solidFill>
          <a:ln w="254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_pro">
  <p:cSld name="Сетка_основная_1_1">
    <p:bg>
      <p:bgPr>
        <a:solidFill>
          <a:srgbClr val="0066FF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9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9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pro ">
  <p:cSld name="Сетка_основная_1_1_2">
    <p:bg>
      <p:bgPr>
        <a:solidFill>
          <a:srgbClr val="0066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90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05" name="Google Shape;405;p90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90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90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90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90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0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pro_образец с заголовком">
  <p:cSld name="Сетка_основная_1_1_2_2">
    <p:bg>
      <p:bgPr>
        <a:solidFill>
          <a:srgbClr val="0066FF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91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13" name="Google Shape;413;p91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91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91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91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91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91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3"/>
            </a:solidFill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9" name="Google Shape;419;p91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pro ">
  <p:cSld name="Сетка_основная_1_1_2_1">
    <p:bg>
      <p:bgPr>
        <a:solidFill>
          <a:srgbClr val="0066FF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2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2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2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_top">
  <p:cSld name="Сетка_основная_1_1_1">
    <p:bg>
      <p:bgPr>
        <a:solidFill>
          <a:srgbClr val="EB236B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3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3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top ">
  <p:cSld name="Сетка_основная_1_1_1_2">
    <p:bg>
      <p:bgPr>
        <a:solidFill>
          <a:srgbClr val="EB236B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94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29" name="Google Shape;429;p94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94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94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94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94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94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top_образец с заголовком">
  <p:cSld name="Сетка_основная_1_1_1_2_2">
    <p:bg>
      <p:bgPr>
        <a:solidFill>
          <a:srgbClr val="EB236B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95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37" name="Google Shape;437;p95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95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95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95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95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95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95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top ">
  <p:cSld name="Сетка_основная_1_1_1_2_1">
    <p:bg>
      <p:bgPr>
        <a:solidFill>
          <a:srgbClr val="EB236B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96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96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96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_biz">
  <p:cSld name="Сетка_основная_1_1_1_1">
    <p:bg>
      <p:bgPr>
        <a:solidFill>
          <a:srgbClr val="5D00F5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7"/>
          <p:cNvSpPr/>
          <p:nvPr/>
        </p:nvSpPr>
        <p:spPr>
          <a:xfrm>
            <a:off x="6531775" y="0"/>
            <a:ext cx="5214900" cy="5143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97"/>
          <p:cNvSpPr/>
          <p:nvPr/>
        </p:nvSpPr>
        <p:spPr>
          <a:xfrm>
            <a:off x="1331509" y="18000"/>
            <a:ext cx="5200200" cy="51294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biz">
  <p:cSld name="Сетка_основная_1_1_1_1_1">
    <p:bg>
      <p:bgPr>
        <a:solidFill>
          <a:srgbClr val="5D00F5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oogle Shape;452;p98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53" name="Google Shape;453;p98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98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98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98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98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98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_biz_образец с заголовком">
  <p:cSld name="Сетка_основная_1_1_1_1_1_2">
    <p:bg>
      <p:bgPr>
        <a:solidFill>
          <a:srgbClr val="5D00F5"/>
        </a:solidFill>
        <a:effectLst/>
      </p:bgPr>
    </p:bg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99"/>
          <p:cNvGrpSpPr/>
          <p:nvPr/>
        </p:nvGrpSpPr>
        <p:grpSpPr>
          <a:xfrm>
            <a:off x="5737860" y="0"/>
            <a:ext cx="3406140" cy="5128200"/>
            <a:chOff x="11475720" y="0"/>
            <a:chExt cx="6812280" cy="10256400"/>
          </a:xfrm>
        </p:grpSpPr>
        <p:sp>
          <p:nvSpPr>
            <p:cNvPr id="461" name="Google Shape;461;p99"/>
            <p:cNvSpPr/>
            <p:nvPr/>
          </p:nvSpPr>
          <p:spPr>
            <a:xfrm>
              <a:off x="11475720" y="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99"/>
            <p:cNvSpPr/>
            <p:nvPr/>
          </p:nvSpPr>
          <p:spPr>
            <a:xfrm>
              <a:off x="14892300" y="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99"/>
            <p:cNvSpPr/>
            <p:nvPr/>
          </p:nvSpPr>
          <p:spPr>
            <a:xfrm>
              <a:off x="11475720" y="344430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99"/>
            <p:cNvSpPr/>
            <p:nvPr/>
          </p:nvSpPr>
          <p:spPr>
            <a:xfrm>
              <a:off x="14892300" y="34443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99"/>
            <p:cNvSpPr/>
            <p:nvPr/>
          </p:nvSpPr>
          <p:spPr>
            <a:xfrm>
              <a:off x="11475720" y="6858000"/>
              <a:ext cx="3395700" cy="3398400"/>
            </a:xfrm>
            <a:prstGeom prst="ellipse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99"/>
            <p:cNvSpPr/>
            <p:nvPr/>
          </p:nvSpPr>
          <p:spPr>
            <a:xfrm>
              <a:off x="14892300" y="6858000"/>
              <a:ext cx="3395700" cy="3398400"/>
            </a:xfrm>
            <a:prstGeom prst="ellipse">
              <a:avLst/>
            </a:prstGeom>
            <a:solidFill>
              <a:schemeClr val="accent2"/>
            </a:solidFill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7" name="Google Shape;467;p99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_biz">
  <p:cSld name="Сетка_основная_1_1_1_1_1_1">
    <p:bg>
      <p:bgPr>
        <a:solidFill>
          <a:srgbClr val="5D00F5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0"/>
          <p:cNvSpPr/>
          <p:nvPr/>
        </p:nvSpPr>
        <p:spPr>
          <a:xfrm>
            <a:off x="71437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00"/>
          <p:cNvSpPr/>
          <p:nvPr/>
        </p:nvSpPr>
        <p:spPr>
          <a:xfrm>
            <a:off x="-3143250" y="0"/>
            <a:ext cx="5143500" cy="5143500"/>
          </a:xfrm>
          <a:prstGeom prst="ellipse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00"/>
          <p:cNvSpPr/>
          <p:nvPr/>
        </p:nvSpPr>
        <p:spPr>
          <a:xfrm>
            <a:off x="2000250" y="0"/>
            <a:ext cx="5143500" cy="514350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chemeClr val="accent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620">
          <p15:clr>
            <a:srgbClr val="FBAE40"/>
          </p15:clr>
        </p15:guide>
        <p15:guide id="6" orient="horz" pos="929">
          <p15:clr>
            <a:schemeClr val="accent1"/>
          </p15:clr>
        </p15:guide>
        <p15:guide id="7" orient="horz" pos="2323">
          <p15:clr>
            <a:srgbClr val="FBAE40"/>
          </p15:clr>
        </p15:guide>
        <p15:guide id="8" pos="2880">
          <p15:clr>
            <a:srgbClr val="FBAE40"/>
          </p15:clr>
        </p15:guide>
        <p15:guide id="9" pos="1497">
          <p15:clr>
            <a:srgbClr val="FBAE40"/>
          </p15:clr>
        </p15:guide>
        <p15:guide id="10" pos="4264">
          <p15:clr>
            <a:srgbClr val="FBAE40"/>
          </p15:clr>
        </p15:guide>
        <p15:guide id="11" orient="horz" pos="588">
          <p15:clr>
            <a:schemeClr val="accent1"/>
          </p15:clr>
        </p15:guide>
        <p15:guide id="12" orient="horz" pos="1972">
          <p15:clr>
            <a:srgbClr val="FBAE40"/>
          </p15:clr>
        </p15:guide>
        <p15:guide id="13" orient="horz" pos="1269">
          <p15:clr>
            <a:srgbClr val="FBAE40"/>
          </p15:clr>
        </p15:guide>
        <p15:guide id="14" orient="horz" pos="2652">
          <p15:clr>
            <a:srgbClr val="FBAE40"/>
          </p15:clr>
        </p15:guide>
        <p15:guide id="15" pos="2664">
          <p15:clr>
            <a:srgbClr val="EEEEEE"/>
          </p15:clr>
        </p15:guide>
        <p15:guide id="16" pos="3096">
          <p15:clr>
            <a:srgbClr val="EEEEEE"/>
          </p15:clr>
        </p15:guide>
        <p15:guide id="17" orient="horz" pos="1548">
          <p15:clr>
            <a:srgbClr val="C4C4C4"/>
          </p15:clr>
        </p15:guide>
        <p15:guide id="18" orient="horz" pos="1692">
          <p15:clr>
            <a:srgbClr val="C4C4C4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4 колонки">
  <p:cSld name="Список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057">
          <p15:clr>
            <a:srgbClr val="A4A3A4"/>
          </p15:clr>
        </p15:guide>
        <p15:guide id="6" orient="horz" pos="1150">
          <p15:clr>
            <a:srgbClr val="F26B43"/>
          </p15:clr>
        </p15:guide>
        <p15:guide id="7" pos="2880">
          <p15:clr>
            <a:srgbClr val="FBAE40"/>
          </p15:clr>
        </p15:guide>
        <p15:guide id="8" pos="1497">
          <p15:clr>
            <a:srgbClr val="FBAE40"/>
          </p15:clr>
        </p15:guide>
        <p15:guide id="9" pos="4264">
          <p15:clr>
            <a:srgbClr val="FBAE40"/>
          </p15:clr>
        </p15:guide>
        <p15:guide id="10" orient="horz" pos="588">
          <p15:clr>
            <a:srgbClr val="F26B43"/>
          </p15:clr>
        </p15:guide>
        <p15:guide id="11" orient="horz" pos="682">
          <p15:clr>
            <a:srgbClr val="A4A3A4"/>
          </p15:clr>
        </p15:guide>
        <p15:guide id="12" orient="horz" pos="963">
          <p15:clr>
            <a:srgbClr val="F26B43"/>
          </p15:clr>
        </p15:guide>
        <p15:guide id="13" orient="horz" pos="1244">
          <p15:clr>
            <a:srgbClr val="A4A3A4"/>
          </p15:clr>
        </p15:guide>
        <p15:guide id="14" orient="horz" pos="775">
          <p15:clr>
            <a:srgbClr val="F26B43"/>
          </p15:clr>
        </p15:guide>
        <p15:guide id="15" orient="horz" pos="869">
          <p15:clr>
            <a:srgbClr val="A4A3A4"/>
          </p15:clr>
        </p15:guide>
        <p15:guide id="16" orient="horz" pos="1338">
          <p15:clr>
            <a:srgbClr val="A4A3A4"/>
          </p15:clr>
        </p15:guide>
        <p15:guide id="17" orient="horz" pos="1432">
          <p15:clr>
            <a:srgbClr val="F26B43"/>
          </p15:clr>
        </p15:guide>
        <p15:guide id="18" orient="horz" pos="1518">
          <p15:clr>
            <a:srgbClr val="A4A3A4"/>
          </p15:clr>
        </p15:guide>
        <p15:guide id="19" orient="horz" pos="1620">
          <p15:clr>
            <a:srgbClr val="F26B43"/>
          </p15:clr>
        </p15:guide>
        <p15:guide id="20" orient="horz" pos="1713">
          <p15:clr>
            <a:srgbClr val="A4A3A4"/>
          </p15:clr>
        </p15:guide>
        <p15:guide id="21" orient="horz" pos="1806">
          <p15:clr>
            <a:srgbClr val="F26B43"/>
          </p15:clr>
        </p15:guide>
        <p15:guide id="22" orient="horz" pos="1900">
          <p15:clr>
            <a:srgbClr val="A4A3A4"/>
          </p15:clr>
        </p15:guide>
        <p15:guide id="23" orient="horz" pos="1994">
          <p15:clr>
            <a:srgbClr val="F26B43"/>
          </p15:clr>
        </p15:guide>
        <p15:guide id="24" orient="horz" pos="2088">
          <p15:clr>
            <a:srgbClr val="A4A3A4"/>
          </p15:clr>
        </p15:guide>
        <p15:guide id="25" orient="horz" pos="2181">
          <p15:clr>
            <a:srgbClr val="A4A3A4"/>
          </p15:clr>
        </p15:guide>
        <p15:guide id="26" orient="horz" pos="2278">
          <p15:clr>
            <a:srgbClr val="F26B43"/>
          </p15:clr>
        </p15:guide>
        <p15:guide id="27" orient="horz" pos="2369">
          <p15:clr>
            <a:srgbClr val="A4A3A4"/>
          </p15:clr>
        </p15:guide>
        <p15:guide id="28" orient="horz" pos="2463">
          <p15:clr>
            <a:srgbClr val="F26B43"/>
          </p15:clr>
        </p15:guide>
        <p15:guide id="29" orient="horz" pos="2556">
          <p15:clr>
            <a:srgbClr val="A4A3A4"/>
          </p15:clr>
        </p15:guide>
        <p15:guide id="30" orient="horz" pos="2650">
          <p15:clr>
            <a:srgbClr val="F26B43"/>
          </p15:clr>
        </p15:guide>
        <p15:guide id="31" orient="horz" pos="2744">
          <p15:clr>
            <a:srgbClr val="A4A3A4"/>
          </p15:clr>
        </p15:guide>
        <p15:guide id="32" orient="horz" pos="2837">
          <p15:clr>
            <a:srgbClr val="F26B43"/>
          </p15:clr>
        </p15:guide>
        <p15:guide id="33" orient="horz" pos="2931">
          <p15:clr>
            <a:srgbClr val="A4A3A4"/>
          </p15:clr>
        </p15:guide>
        <p15:guide id="34" pos="1396">
          <p15:clr>
            <a:srgbClr val="C4C4C4"/>
          </p15:clr>
        </p15:guide>
        <p15:guide id="35" pos="1597">
          <p15:clr>
            <a:srgbClr val="C4C4C4"/>
          </p15:clr>
        </p15:guide>
        <p15:guide id="36" pos="2789">
          <p15:clr>
            <a:srgbClr val="C4C4C4"/>
          </p15:clr>
        </p15:guide>
        <p15:guide id="37" pos="2971">
          <p15:clr>
            <a:srgbClr val="C4C4C4"/>
          </p15:clr>
        </p15:guide>
        <p15:guide id="38" pos="4163">
          <p15:clr>
            <a:srgbClr val="C4C4C4"/>
          </p15:clr>
        </p15:guide>
        <p15:guide id="39" pos="4364">
          <p15:clr>
            <a:srgbClr val="C4C4C4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Список_3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2"/>
          <p:cNvSpPr txBox="1">
            <a:spLocks noGrp="1"/>
          </p:cNvSpPr>
          <p:nvPr>
            <p:ph type="title"/>
          </p:nvPr>
        </p:nvSpPr>
        <p:spPr>
          <a:xfrm>
            <a:off x="212325" y="178450"/>
            <a:ext cx="69753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057">
          <p15:clr>
            <a:srgbClr val="A4A3A4"/>
          </p15:clr>
        </p15:guide>
        <p15:guide id="6" orient="horz" pos="1150">
          <p15:clr>
            <a:srgbClr val="F26B43"/>
          </p15:clr>
        </p15:guide>
        <p15:guide id="7" pos="2880">
          <p15:clr>
            <a:srgbClr val="FBAE40"/>
          </p15:clr>
        </p15:guide>
        <p15:guide id="8" pos="1497">
          <p15:clr>
            <a:srgbClr val="FBAE40"/>
          </p15:clr>
        </p15:guide>
        <p15:guide id="9" pos="4264">
          <p15:clr>
            <a:srgbClr val="FBAE40"/>
          </p15:clr>
        </p15:guide>
        <p15:guide id="10" orient="horz" pos="588">
          <p15:clr>
            <a:srgbClr val="F26B43"/>
          </p15:clr>
        </p15:guide>
        <p15:guide id="11" orient="horz" pos="682">
          <p15:clr>
            <a:srgbClr val="A4A3A4"/>
          </p15:clr>
        </p15:guide>
        <p15:guide id="12" orient="horz" pos="963">
          <p15:clr>
            <a:srgbClr val="F26B43"/>
          </p15:clr>
        </p15:guide>
        <p15:guide id="13" orient="horz" pos="1244">
          <p15:clr>
            <a:srgbClr val="A4A3A4"/>
          </p15:clr>
        </p15:guide>
        <p15:guide id="14" orient="horz" pos="775">
          <p15:clr>
            <a:srgbClr val="F26B43"/>
          </p15:clr>
        </p15:guide>
        <p15:guide id="15" orient="horz" pos="869">
          <p15:clr>
            <a:srgbClr val="A4A3A4"/>
          </p15:clr>
        </p15:guide>
        <p15:guide id="16" orient="horz" pos="1338">
          <p15:clr>
            <a:srgbClr val="A4A3A4"/>
          </p15:clr>
        </p15:guide>
        <p15:guide id="17" orient="horz" pos="1432">
          <p15:clr>
            <a:srgbClr val="F26B43"/>
          </p15:clr>
        </p15:guide>
        <p15:guide id="18" orient="horz" pos="1518">
          <p15:clr>
            <a:srgbClr val="A4A3A4"/>
          </p15:clr>
        </p15:guide>
        <p15:guide id="19" orient="horz" pos="1620">
          <p15:clr>
            <a:srgbClr val="F26B43"/>
          </p15:clr>
        </p15:guide>
        <p15:guide id="20" orient="horz" pos="1713">
          <p15:clr>
            <a:srgbClr val="A4A3A4"/>
          </p15:clr>
        </p15:guide>
        <p15:guide id="21" orient="horz" pos="1806">
          <p15:clr>
            <a:srgbClr val="F26B43"/>
          </p15:clr>
        </p15:guide>
        <p15:guide id="22" orient="horz" pos="1900">
          <p15:clr>
            <a:srgbClr val="A4A3A4"/>
          </p15:clr>
        </p15:guide>
        <p15:guide id="23" orient="horz" pos="1994">
          <p15:clr>
            <a:srgbClr val="F26B43"/>
          </p15:clr>
        </p15:guide>
        <p15:guide id="24" orient="horz" pos="2088">
          <p15:clr>
            <a:srgbClr val="A4A3A4"/>
          </p15:clr>
        </p15:guide>
        <p15:guide id="25" orient="horz" pos="2181">
          <p15:clr>
            <a:srgbClr val="A4A3A4"/>
          </p15:clr>
        </p15:guide>
        <p15:guide id="26" orient="horz" pos="2278">
          <p15:clr>
            <a:srgbClr val="F26B43"/>
          </p15:clr>
        </p15:guide>
        <p15:guide id="27" orient="horz" pos="2369">
          <p15:clr>
            <a:srgbClr val="A4A3A4"/>
          </p15:clr>
        </p15:guide>
        <p15:guide id="28" orient="horz" pos="2463">
          <p15:clr>
            <a:srgbClr val="F26B43"/>
          </p15:clr>
        </p15:guide>
        <p15:guide id="29" orient="horz" pos="2556">
          <p15:clr>
            <a:srgbClr val="A4A3A4"/>
          </p15:clr>
        </p15:guide>
        <p15:guide id="30" orient="horz" pos="2650">
          <p15:clr>
            <a:srgbClr val="F26B43"/>
          </p15:clr>
        </p15:guide>
        <p15:guide id="31" orient="horz" pos="2744">
          <p15:clr>
            <a:srgbClr val="A4A3A4"/>
          </p15:clr>
        </p15:guide>
        <p15:guide id="32" orient="horz" pos="2837">
          <p15:clr>
            <a:srgbClr val="F26B43"/>
          </p15:clr>
        </p15:guide>
        <p15:guide id="33" orient="horz" pos="2931">
          <p15:clr>
            <a:srgbClr val="A4A3A4"/>
          </p15:clr>
        </p15:guide>
        <p15:guide id="34" pos="1396">
          <p15:clr>
            <a:srgbClr val="C4C4C4"/>
          </p15:clr>
        </p15:guide>
        <p15:guide id="35" pos="1597">
          <p15:clr>
            <a:srgbClr val="C4C4C4"/>
          </p15:clr>
        </p15:guide>
        <p15:guide id="36" pos="2789">
          <p15:clr>
            <a:srgbClr val="C4C4C4"/>
          </p15:clr>
        </p15:guide>
        <p15:guide id="37" pos="2971">
          <p15:clr>
            <a:srgbClr val="C4C4C4"/>
          </p15:clr>
        </p15:guide>
        <p15:guide id="38" pos="4163">
          <p15:clr>
            <a:srgbClr val="C4C4C4"/>
          </p15:clr>
        </p15:guide>
        <p15:guide id="39" pos="4364">
          <p15:clr>
            <a:srgbClr val="C4C4C4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тбивка с заголовком">
  <p:cSld name="Список_3_1">
    <p:bg>
      <p:bgPr>
        <a:solidFill>
          <a:schemeClr val="dk2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3"/>
          <p:cNvSpPr txBox="1">
            <a:spLocks noGrp="1"/>
          </p:cNvSpPr>
          <p:nvPr>
            <p:ph type="title"/>
          </p:nvPr>
        </p:nvSpPr>
        <p:spPr>
          <a:xfrm>
            <a:off x="199078" y="185358"/>
            <a:ext cx="8483700" cy="22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057">
          <p15:clr>
            <a:srgbClr val="A4A3A4"/>
          </p15:clr>
        </p15:guide>
        <p15:guide id="6" orient="horz" pos="1150">
          <p15:clr>
            <a:srgbClr val="F26B43"/>
          </p15:clr>
        </p15:guide>
        <p15:guide id="7" pos="2880">
          <p15:clr>
            <a:srgbClr val="FBAE40"/>
          </p15:clr>
        </p15:guide>
        <p15:guide id="8" pos="1497">
          <p15:clr>
            <a:srgbClr val="FBAE40"/>
          </p15:clr>
        </p15:guide>
        <p15:guide id="9" pos="4264">
          <p15:clr>
            <a:srgbClr val="FBAE40"/>
          </p15:clr>
        </p15:guide>
        <p15:guide id="10" orient="horz" pos="588">
          <p15:clr>
            <a:srgbClr val="F26B43"/>
          </p15:clr>
        </p15:guide>
        <p15:guide id="11" orient="horz" pos="682">
          <p15:clr>
            <a:srgbClr val="A4A3A4"/>
          </p15:clr>
        </p15:guide>
        <p15:guide id="12" orient="horz" pos="963">
          <p15:clr>
            <a:srgbClr val="F26B43"/>
          </p15:clr>
        </p15:guide>
        <p15:guide id="13" orient="horz" pos="1244">
          <p15:clr>
            <a:srgbClr val="A4A3A4"/>
          </p15:clr>
        </p15:guide>
        <p15:guide id="14" orient="horz" pos="775">
          <p15:clr>
            <a:srgbClr val="F26B43"/>
          </p15:clr>
        </p15:guide>
        <p15:guide id="15" orient="horz" pos="869">
          <p15:clr>
            <a:srgbClr val="A4A3A4"/>
          </p15:clr>
        </p15:guide>
        <p15:guide id="16" orient="horz" pos="1338">
          <p15:clr>
            <a:srgbClr val="A4A3A4"/>
          </p15:clr>
        </p15:guide>
        <p15:guide id="17" orient="horz" pos="1432">
          <p15:clr>
            <a:srgbClr val="F26B43"/>
          </p15:clr>
        </p15:guide>
        <p15:guide id="18" orient="horz" pos="1518">
          <p15:clr>
            <a:srgbClr val="A4A3A4"/>
          </p15:clr>
        </p15:guide>
        <p15:guide id="19" orient="horz" pos="1620">
          <p15:clr>
            <a:srgbClr val="F26B43"/>
          </p15:clr>
        </p15:guide>
        <p15:guide id="20" orient="horz" pos="1713">
          <p15:clr>
            <a:srgbClr val="A4A3A4"/>
          </p15:clr>
        </p15:guide>
        <p15:guide id="21" orient="horz" pos="1806">
          <p15:clr>
            <a:srgbClr val="F26B43"/>
          </p15:clr>
        </p15:guide>
        <p15:guide id="22" orient="horz" pos="1900">
          <p15:clr>
            <a:srgbClr val="A4A3A4"/>
          </p15:clr>
        </p15:guide>
        <p15:guide id="23" orient="horz" pos="1994">
          <p15:clr>
            <a:srgbClr val="F26B43"/>
          </p15:clr>
        </p15:guide>
        <p15:guide id="24" orient="horz" pos="2088">
          <p15:clr>
            <a:srgbClr val="A4A3A4"/>
          </p15:clr>
        </p15:guide>
        <p15:guide id="25" orient="horz" pos="2181">
          <p15:clr>
            <a:srgbClr val="A4A3A4"/>
          </p15:clr>
        </p15:guide>
        <p15:guide id="26" orient="horz" pos="2278">
          <p15:clr>
            <a:srgbClr val="F26B43"/>
          </p15:clr>
        </p15:guide>
        <p15:guide id="27" orient="horz" pos="2369">
          <p15:clr>
            <a:srgbClr val="A4A3A4"/>
          </p15:clr>
        </p15:guide>
        <p15:guide id="28" orient="horz" pos="2463">
          <p15:clr>
            <a:srgbClr val="F26B43"/>
          </p15:clr>
        </p15:guide>
        <p15:guide id="29" orient="horz" pos="2556">
          <p15:clr>
            <a:srgbClr val="A4A3A4"/>
          </p15:clr>
        </p15:guide>
        <p15:guide id="30" orient="horz" pos="2650">
          <p15:clr>
            <a:srgbClr val="F26B43"/>
          </p15:clr>
        </p15:guide>
        <p15:guide id="31" orient="horz" pos="2744">
          <p15:clr>
            <a:srgbClr val="A4A3A4"/>
          </p15:clr>
        </p15:guide>
        <p15:guide id="32" orient="horz" pos="2837">
          <p15:clr>
            <a:srgbClr val="F26B43"/>
          </p15:clr>
        </p15:guide>
        <p15:guide id="33" orient="horz" pos="2931">
          <p15:clr>
            <a:srgbClr val="A4A3A4"/>
          </p15:clr>
        </p15:guide>
        <p15:guide id="34" pos="1396">
          <p15:clr>
            <a:srgbClr val="C4C4C4"/>
          </p15:clr>
        </p15:guide>
        <p15:guide id="35" pos="1597">
          <p15:clr>
            <a:srgbClr val="C4C4C4"/>
          </p15:clr>
        </p15:guide>
        <p15:guide id="36" pos="2789">
          <p15:clr>
            <a:srgbClr val="C4C4C4"/>
          </p15:clr>
        </p15:guide>
        <p15:guide id="37" pos="2971">
          <p15:clr>
            <a:srgbClr val="C4C4C4"/>
          </p15:clr>
        </p15:guide>
        <p15:guide id="38" pos="4163">
          <p15:clr>
            <a:srgbClr val="C4C4C4"/>
          </p15:clr>
        </p15:guide>
        <p15:guide id="39" pos="4364">
          <p15:clr>
            <a:srgbClr val="C4C4C4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5 колонок">
  <p:cSld name="Список_2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057">
          <p15:clr>
            <a:srgbClr val="A4A3A4"/>
          </p15:clr>
        </p15:guide>
        <p15:guide id="6" orient="horz" pos="1150">
          <p15:clr>
            <a:srgbClr val="F26B43"/>
          </p15:clr>
        </p15:guide>
        <p15:guide id="7" pos="2327">
          <p15:clr>
            <a:srgbClr val="FBAE40"/>
          </p15:clr>
        </p15:guide>
        <p15:guide id="8" pos="1220">
          <p15:clr>
            <a:srgbClr val="FBAE40"/>
          </p15:clr>
        </p15:guide>
        <p15:guide id="9" pos="3433">
          <p15:clr>
            <a:srgbClr val="FBAE40"/>
          </p15:clr>
        </p15:guide>
        <p15:guide id="10" orient="horz" pos="588">
          <p15:clr>
            <a:srgbClr val="F26B43"/>
          </p15:clr>
        </p15:guide>
        <p15:guide id="11" orient="horz" pos="682">
          <p15:clr>
            <a:srgbClr val="A4A3A4"/>
          </p15:clr>
        </p15:guide>
        <p15:guide id="12" orient="horz" pos="963">
          <p15:clr>
            <a:srgbClr val="F26B43"/>
          </p15:clr>
        </p15:guide>
        <p15:guide id="13" orient="horz" pos="1244">
          <p15:clr>
            <a:srgbClr val="A4A3A4"/>
          </p15:clr>
        </p15:guide>
        <p15:guide id="14" orient="horz" pos="775">
          <p15:clr>
            <a:srgbClr val="F26B43"/>
          </p15:clr>
        </p15:guide>
        <p15:guide id="15" orient="horz" pos="869">
          <p15:clr>
            <a:srgbClr val="A4A3A4"/>
          </p15:clr>
        </p15:guide>
        <p15:guide id="16" orient="horz" pos="1338">
          <p15:clr>
            <a:srgbClr val="A4A3A4"/>
          </p15:clr>
        </p15:guide>
        <p15:guide id="17" orient="horz" pos="1432">
          <p15:clr>
            <a:srgbClr val="F26B43"/>
          </p15:clr>
        </p15:guide>
        <p15:guide id="18" orient="horz" pos="1525">
          <p15:clr>
            <a:srgbClr val="A4A3A4"/>
          </p15:clr>
        </p15:guide>
        <p15:guide id="19" orient="horz" pos="1620">
          <p15:clr>
            <a:srgbClr val="F26B43"/>
          </p15:clr>
        </p15:guide>
        <p15:guide id="20" orient="horz" pos="1713">
          <p15:clr>
            <a:srgbClr val="A4A3A4"/>
          </p15:clr>
        </p15:guide>
        <p15:guide id="21" orient="horz" pos="1806">
          <p15:clr>
            <a:srgbClr val="F26B43"/>
          </p15:clr>
        </p15:guide>
        <p15:guide id="22" orient="horz" pos="1900">
          <p15:clr>
            <a:srgbClr val="A4A3A4"/>
          </p15:clr>
        </p15:guide>
        <p15:guide id="23" orient="horz" pos="1994">
          <p15:clr>
            <a:srgbClr val="F26B43"/>
          </p15:clr>
        </p15:guide>
        <p15:guide id="24" orient="horz" pos="2088">
          <p15:clr>
            <a:srgbClr val="A4A3A4"/>
          </p15:clr>
        </p15:guide>
        <p15:guide id="25" orient="horz" pos="2187">
          <p15:clr>
            <a:srgbClr val="A4A3A4"/>
          </p15:clr>
        </p15:guide>
        <p15:guide id="26" orient="horz" pos="2278">
          <p15:clr>
            <a:srgbClr val="F26B43"/>
          </p15:clr>
        </p15:guide>
        <p15:guide id="27" orient="horz" pos="2369">
          <p15:clr>
            <a:srgbClr val="A4A3A4"/>
          </p15:clr>
        </p15:guide>
        <p15:guide id="28" orient="horz" pos="2462">
          <p15:clr>
            <a:srgbClr val="F26B43"/>
          </p15:clr>
        </p15:guide>
        <p15:guide id="29" orient="horz" pos="2556">
          <p15:clr>
            <a:srgbClr val="A4A3A4"/>
          </p15:clr>
        </p15:guide>
        <p15:guide id="30" orient="horz" pos="2650">
          <p15:clr>
            <a:srgbClr val="F26B43"/>
          </p15:clr>
        </p15:guide>
        <p15:guide id="31" orient="horz" pos="2744">
          <p15:clr>
            <a:srgbClr val="A4A3A4"/>
          </p15:clr>
        </p15:guide>
        <p15:guide id="32" orient="horz" pos="2837">
          <p15:clr>
            <a:srgbClr val="F26B43"/>
          </p15:clr>
        </p15:guide>
        <p15:guide id="33" orient="horz" pos="2931">
          <p15:clr>
            <a:srgbClr val="A4A3A4"/>
          </p15:clr>
        </p15:guide>
        <p15:guide id="34" pos="1128">
          <p15:clr>
            <a:srgbClr val="C4C4C4"/>
          </p15:clr>
        </p15:guide>
        <p15:guide id="35" pos="1311">
          <p15:clr>
            <a:srgbClr val="C4C4C4"/>
          </p15:clr>
        </p15:guide>
        <p15:guide id="36" pos="2235">
          <p15:clr>
            <a:srgbClr val="C4C4C4"/>
          </p15:clr>
        </p15:guide>
        <p15:guide id="37" pos="2418">
          <p15:clr>
            <a:srgbClr val="C4C4C4"/>
          </p15:clr>
        </p15:guide>
        <p15:guide id="38" pos="3342">
          <p15:clr>
            <a:srgbClr val="C4C4C4"/>
          </p15:clr>
        </p15:guide>
        <p15:guide id="39" pos="3525">
          <p15:clr>
            <a:srgbClr val="C4C4C4"/>
          </p15:clr>
        </p15:guide>
        <p15:guide id="40" pos="4540">
          <p15:clr>
            <a:srgbClr val="FA7B17"/>
          </p15:clr>
        </p15:guide>
        <p15:guide id="41" pos="4632">
          <p15:clr>
            <a:srgbClr val="C4C4C4"/>
          </p15:clr>
        </p15:guide>
        <p15:guide id="42" pos="4449">
          <p15:clr>
            <a:srgbClr val="C4C4C4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7 колонок">
  <p:cSld name="Список_2_1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1057">
          <p15:clr>
            <a:srgbClr val="A4A3A4"/>
          </p15:clr>
        </p15:guide>
        <p15:guide id="6" orient="horz" pos="1150">
          <p15:clr>
            <a:srgbClr val="F26B43"/>
          </p15:clr>
        </p15:guide>
        <p15:guide id="7" pos="1703">
          <p15:clr>
            <a:srgbClr val="FBAE40"/>
          </p15:clr>
        </p15:guide>
        <p15:guide id="8" pos="919">
          <p15:clr>
            <a:srgbClr val="FBAE40"/>
          </p15:clr>
        </p15:guide>
        <p15:guide id="9" pos="2487">
          <p15:clr>
            <a:srgbClr val="FBAE40"/>
          </p15:clr>
        </p15:guide>
        <p15:guide id="10" orient="horz" pos="588">
          <p15:clr>
            <a:srgbClr val="F26B43"/>
          </p15:clr>
        </p15:guide>
        <p15:guide id="11" orient="horz" pos="682">
          <p15:clr>
            <a:srgbClr val="A4A3A4"/>
          </p15:clr>
        </p15:guide>
        <p15:guide id="12" orient="horz" pos="963">
          <p15:clr>
            <a:srgbClr val="F26B43"/>
          </p15:clr>
        </p15:guide>
        <p15:guide id="13" orient="horz" pos="1244">
          <p15:clr>
            <a:srgbClr val="A4A3A4"/>
          </p15:clr>
        </p15:guide>
        <p15:guide id="14" orient="horz" pos="775">
          <p15:clr>
            <a:srgbClr val="F26B43"/>
          </p15:clr>
        </p15:guide>
        <p15:guide id="15" orient="horz" pos="869">
          <p15:clr>
            <a:srgbClr val="A4A3A4"/>
          </p15:clr>
        </p15:guide>
        <p15:guide id="16" orient="horz" pos="1338">
          <p15:clr>
            <a:srgbClr val="F26B43"/>
          </p15:clr>
        </p15:guide>
        <p15:guide id="17" orient="horz" pos="1439">
          <p15:clr>
            <a:srgbClr val="F26B43"/>
          </p15:clr>
        </p15:guide>
        <p15:guide id="18" orient="horz" pos="1518">
          <p15:clr>
            <a:srgbClr val="A4A3A4"/>
          </p15:clr>
        </p15:guide>
        <p15:guide id="19" orient="horz" pos="1620">
          <p15:clr>
            <a:srgbClr val="F26B43"/>
          </p15:clr>
        </p15:guide>
        <p15:guide id="20" orient="horz" pos="1713">
          <p15:clr>
            <a:srgbClr val="A4A3A4"/>
          </p15:clr>
        </p15:guide>
        <p15:guide id="21" orient="horz" pos="1806">
          <p15:clr>
            <a:srgbClr val="F26B43"/>
          </p15:clr>
        </p15:guide>
        <p15:guide id="22" orient="horz" pos="1900">
          <p15:clr>
            <a:srgbClr val="A4A3A4"/>
          </p15:clr>
        </p15:guide>
        <p15:guide id="23" orient="horz" pos="1994">
          <p15:clr>
            <a:srgbClr val="F26B43"/>
          </p15:clr>
        </p15:guide>
        <p15:guide id="24" orient="horz" pos="2088">
          <p15:clr>
            <a:srgbClr val="A4A3A4"/>
          </p15:clr>
        </p15:guide>
        <p15:guide id="25" orient="horz" pos="2187">
          <p15:clr>
            <a:srgbClr val="A4A3A4"/>
          </p15:clr>
        </p15:guide>
        <p15:guide id="26" orient="horz" pos="2278">
          <p15:clr>
            <a:srgbClr val="F26B43"/>
          </p15:clr>
        </p15:guide>
        <p15:guide id="27" orient="horz" pos="2369">
          <p15:clr>
            <a:srgbClr val="A4A3A4"/>
          </p15:clr>
        </p15:guide>
        <p15:guide id="28" orient="horz" pos="2463">
          <p15:clr>
            <a:srgbClr val="F26B43"/>
          </p15:clr>
        </p15:guide>
        <p15:guide id="29" orient="horz" pos="2556">
          <p15:clr>
            <a:srgbClr val="A4A3A4"/>
          </p15:clr>
        </p15:guide>
        <p15:guide id="30" orient="horz" pos="2650">
          <p15:clr>
            <a:srgbClr val="F26B43"/>
          </p15:clr>
        </p15:guide>
        <p15:guide id="31" orient="horz" pos="2744">
          <p15:clr>
            <a:srgbClr val="A4A3A4"/>
          </p15:clr>
        </p15:guide>
        <p15:guide id="32" orient="horz" pos="2837">
          <p15:clr>
            <a:srgbClr val="F26B43"/>
          </p15:clr>
        </p15:guide>
        <p15:guide id="33" orient="horz" pos="2931">
          <p15:clr>
            <a:srgbClr val="A4A3A4"/>
          </p15:clr>
        </p15:guide>
        <p15:guide id="34" pos="850">
          <p15:clr>
            <a:srgbClr val="C4C4C4"/>
          </p15:clr>
        </p15:guide>
        <p15:guide id="35" pos="988">
          <p15:clr>
            <a:srgbClr val="C4C4C4"/>
          </p15:clr>
        </p15:guide>
        <p15:guide id="36" pos="1634">
          <p15:clr>
            <a:srgbClr val="C4C4C4"/>
          </p15:clr>
        </p15:guide>
        <p15:guide id="37" pos="1773">
          <p15:clr>
            <a:srgbClr val="C4C4C4"/>
          </p15:clr>
        </p15:guide>
        <p15:guide id="38" pos="2419">
          <p15:clr>
            <a:srgbClr val="C4C4C4"/>
          </p15:clr>
        </p15:guide>
        <p15:guide id="39" pos="2557">
          <p15:clr>
            <a:srgbClr val="C4C4C4"/>
          </p15:clr>
        </p15:guide>
        <p15:guide id="40" pos="3273">
          <p15:clr>
            <a:srgbClr val="FA7B17"/>
          </p15:clr>
        </p15:guide>
        <p15:guide id="41" pos="3341">
          <p15:clr>
            <a:srgbClr val="C4C4C4"/>
          </p15:clr>
        </p15:guide>
        <p15:guide id="42" pos="3203">
          <p15:clr>
            <a:srgbClr val="C4C4C4"/>
          </p15:clr>
        </p15:guide>
        <p15:guide id="43" pos="4126">
          <p15:clr>
            <a:srgbClr val="C4C4C4"/>
          </p15:clr>
        </p15:guide>
        <p15:guide id="44" pos="3987">
          <p15:clr>
            <a:srgbClr val="C4C4C4"/>
          </p15:clr>
        </p15:guide>
        <p15:guide id="45" pos="4056">
          <p15:clr>
            <a:srgbClr val="FA7B17"/>
          </p15:clr>
        </p15:guide>
        <p15:guide id="46" pos="4841">
          <p15:clr>
            <a:srgbClr val="FA7B17"/>
          </p15:clr>
        </p15:guide>
        <p15:guide id="47" pos="4772">
          <p15:clr>
            <a:srgbClr val="C4C4C4"/>
          </p15:clr>
        </p15:guide>
        <p15:guide id="48" pos="4910">
          <p15:clr>
            <a:srgbClr val="C4C4C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_три_колонки">
  <p:cSld name="Список_1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4">
          <p15:clr>
            <a:srgbClr val="F26B43"/>
          </p15:clr>
        </p15:guide>
        <p15:guide id="2" pos="204">
          <p15:clr>
            <a:srgbClr val="0000FF"/>
          </p15:clr>
        </p15:guide>
        <p15:guide id="3" pos="5556">
          <p15:clr>
            <a:schemeClr val="accent3"/>
          </p15:clr>
        </p15:guide>
        <p15:guide id="4" orient="horz" pos="3026">
          <p15:clr>
            <a:srgbClr val="0066FF"/>
          </p15:clr>
        </p15:guide>
        <p15:guide id="5" orient="horz" pos="963">
          <p15:clr>
            <a:srgbClr val="A4A3A4"/>
          </p15:clr>
        </p15:guide>
        <p15:guide id="6" orient="horz" pos="1057">
          <p15:clr>
            <a:srgbClr val="F26B43"/>
          </p15:clr>
        </p15:guide>
        <p15:guide id="7" pos="3806">
          <p15:clr>
            <a:srgbClr val="FBAE40"/>
          </p15:clr>
        </p15:guide>
        <p15:guide id="8" pos="1962">
          <p15:clr>
            <a:srgbClr val="FBAE40"/>
          </p15:clr>
        </p15:guide>
        <p15:guide id="9" orient="horz" pos="588">
          <p15:clr>
            <a:srgbClr val="F26B43"/>
          </p15:clr>
        </p15:guide>
        <p15:guide id="10" orient="horz" pos="869">
          <p15:clr>
            <a:srgbClr val="F26B43"/>
          </p15:clr>
        </p15:guide>
        <p15:guide id="11" orient="horz" pos="1150">
          <p15:clr>
            <a:srgbClr val="A4A3A4"/>
          </p15:clr>
        </p15:guide>
        <p15:guide id="12" orient="horz" pos="682">
          <p15:clr>
            <a:srgbClr val="F26B43"/>
          </p15:clr>
        </p15:guide>
        <p15:guide id="13" orient="horz" pos="775">
          <p15:clr>
            <a:srgbClr val="A4A3A4"/>
          </p15:clr>
        </p15:guide>
        <p15:guide id="14" orient="horz" pos="1244">
          <p15:clr>
            <a:srgbClr val="F26B43"/>
          </p15:clr>
        </p15:guide>
        <p15:guide id="15" orient="horz" pos="1338">
          <p15:clr>
            <a:srgbClr val="A4A3A4"/>
          </p15:clr>
        </p15:guide>
        <p15:guide id="16" orient="horz" pos="1432">
          <p15:clr>
            <a:srgbClr val="F26B43"/>
          </p15:clr>
        </p15:guide>
        <p15:guide id="17" orient="horz" pos="1525">
          <p15:clr>
            <a:srgbClr val="A4A3A4"/>
          </p15:clr>
        </p15:guide>
        <p15:guide id="18" orient="horz" pos="1620">
          <p15:clr>
            <a:srgbClr val="F26B43"/>
          </p15:clr>
        </p15:guide>
        <p15:guide id="19" orient="horz" pos="1713">
          <p15:clr>
            <a:srgbClr val="A4A3A4"/>
          </p15:clr>
        </p15:guide>
        <p15:guide id="20" orient="horz" pos="1806">
          <p15:clr>
            <a:srgbClr val="F26B43"/>
          </p15:clr>
        </p15:guide>
        <p15:guide id="21" orient="horz" pos="1900">
          <p15:clr>
            <a:srgbClr val="A4A3A4"/>
          </p15:clr>
        </p15:guide>
        <p15:guide id="22" orient="horz" pos="1994">
          <p15:clr>
            <a:srgbClr val="F26B43"/>
          </p15:clr>
        </p15:guide>
        <p15:guide id="23" orient="horz" pos="2088">
          <p15:clr>
            <a:srgbClr val="A4A3A4"/>
          </p15:clr>
        </p15:guide>
        <p15:guide id="24" orient="horz" pos="2181">
          <p15:clr>
            <a:srgbClr val="F26B43"/>
          </p15:clr>
        </p15:guide>
        <p15:guide id="25" orient="horz" pos="2278">
          <p15:clr>
            <a:srgbClr val="F26B43"/>
          </p15:clr>
        </p15:guide>
        <p15:guide id="26" orient="horz" pos="2369">
          <p15:clr>
            <a:srgbClr val="A4A3A4"/>
          </p15:clr>
        </p15:guide>
        <p15:guide id="27" orient="horz" pos="2463">
          <p15:clr>
            <a:srgbClr val="F26B43"/>
          </p15:clr>
        </p15:guide>
        <p15:guide id="28" orient="horz" pos="2556">
          <p15:clr>
            <a:srgbClr val="A4A3A4"/>
          </p15:clr>
        </p15:guide>
        <p15:guide id="29" orient="horz" pos="2650">
          <p15:clr>
            <a:srgbClr val="F26B43"/>
          </p15:clr>
        </p15:guide>
        <p15:guide id="30" orient="horz" pos="2744">
          <p15:clr>
            <a:srgbClr val="A4A3A4"/>
          </p15:clr>
        </p15:guide>
        <p15:guide id="31" orient="horz" pos="2837">
          <p15:clr>
            <a:srgbClr val="F26B43"/>
          </p15:clr>
        </p15:guide>
        <p15:guide id="32" orient="horz" pos="2931">
          <p15:clr>
            <a:srgbClr val="A4A3A4"/>
          </p15:clr>
        </p15:guide>
        <p15:guide id="33" pos="2056">
          <p15:clr>
            <a:srgbClr val="C4C4C4"/>
          </p15:clr>
        </p15:guide>
        <p15:guide id="34" pos="1868">
          <p15:clr>
            <a:srgbClr val="C4C4C4"/>
          </p15:clr>
        </p15:guide>
        <p15:guide id="35" pos="3712">
          <p15:clr>
            <a:srgbClr val="C4C4C4"/>
          </p15:clr>
        </p15:guide>
        <p15:guide id="36" pos="3900">
          <p15:clr>
            <a:srgbClr val="C4C4C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тка 1">
  <p:cSld name="CUSTOM_3_1_1_2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" name="Google Shape;481;p107"/>
          <p:cNvGrpSpPr/>
          <p:nvPr/>
        </p:nvGrpSpPr>
        <p:grpSpPr>
          <a:xfrm>
            <a:off x="8739743" y="4688859"/>
            <a:ext cx="258577" cy="265368"/>
            <a:chOff x="238125" y="2432825"/>
            <a:chExt cx="779550" cy="781875"/>
          </a:xfrm>
        </p:grpSpPr>
        <p:sp>
          <p:nvSpPr>
            <p:cNvPr id="482" name="Google Shape;482;p107"/>
            <p:cNvSpPr/>
            <p:nvPr/>
          </p:nvSpPr>
          <p:spPr>
            <a:xfrm>
              <a:off x="238125" y="284237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8005" y="0"/>
                  </a:moveTo>
                  <a:cubicBezTo>
                    <a:pt x="7819" y="0"/>
                    <a:pt x="7632" y="0"/>
                    <a:pt x="7446" y="0"/>
                  </a:cubicBezTo>
                  <a:cubicBezTo>
                    <a:pt x="3351" y="0"/>
                    <a:pt x="0" y="3258"/>
                    <a:pt x="0" y="7446"/>
                  </a:cubicBezTo>
                  <a:cubicBezTo>
                    <a:pt x="0" y="11542"/>
                    <a:pt x="3351" y="14892"/>
                    <a:pt x="7446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7074"/>
                    <a:pt x="14799" y="6795"/>
                    <a:pt x="14799" y="6515"/>
                  </a:cubicBezTo>
                  <a:cubicBezTo>
                    <a:pt x="11262" y="6236"/>
                    <a:pt x="8470" y="3444"/>
                    <a:pt x="8005" y="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07"/>
            <p:cNvSpPr/>
            <p:nvPr/>
          </p:nvSpPr>
          <p:spPr>
            <a:xfrm>
              <a:off x="238125" y="2432825"/>
              <a:ext cx="372325" cy="372325"/>
            </a:xfrm>
            <a:custGeom>
              <a:avLst/>
              <a:gdLst/>
              <a:ahLst/>
              <a:cxnLst/>
              <a:rect l="l" t="t" r="r" b="b"/>
              <a:pathLst>
                <a:path w="14893" h="14893" extrusionOk="0">
                  <a:moveTo>
                    <a:pt x="14893" y="7447"/>
                  </a:moveTo>
                  <a:cubicBezTo>
                    <a:pt x="14893" y="3351"/>
                    <a:pt x="11542" y="0"/>
                    <a:pt x="7446" y="0"/>
                  </a:cubicBezTo>
                  <a:cubicBezTo>
                    <a:pt x="3351" y="0"/>
                    <a:pt x="0" y="3351"/>
                    <a:pt x="0" y="7447"/>
                  </a:cubicBezTo>
                  <a:cubicBezTo>
                    <a:pt x="0" y="11542"/>
                    <a:pt x="3351" y="14893"/>
                    <a:pt x="7446" y="14893"/>
                  </a:cubicBezTo>
                  <a:cubicBezTo>
                    <a:pt x="7632" y="14893"/>
                    <a:pt x="7819" y="14893"/>
                    <a:pt x="8005" y="14893"/>
                  </a:cubicBezTo>
                  <a:cubicBezTo>
                    <a:pt x="8284" y="11170"/>
                    <a:pt x="11169" y="8284"/>
                    <a:pt x="14799" y="8005"/>
                  </a:cubicBezTo>
                  <a:cubicBezTo>
                    <a:pt x="14799" y="7819"/>
                    <a:pt x="14893" y="7633"/>
                    <a:pt x="14893" y="7447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07"/>
            <p:cNvSpPr/>
            <p:nvPr/>
          </p:nvSpPr>
          <p:spPr>
            <a:xfrm>
              <a:off x="645325" y="243282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6516" y="14800"/>
                  </a:moveTo>
                  <a:cubicBezTo>
                    <a:pt x="6795" y="14893"/>
                    <a:pt x="7075" y="14893"/>
                    <a:pt x="7447" y="14893"/>
                  </a:cubicBezTo>
                  <a:cubicBezTo>
                    <a:pt x="11542" y="14893"/>
                    <a:pt x="14893" y="11542"/>
                    <a:pt x="14893" y="7447"/>
                  </a:cubicBezTo>
                  <a:cubicBezTo>
                    <a:pt x="14893" y="3351"/>
                    <a:pt x="11542" y="0"/>
                    <a:pt x="7447" y="0"/>
                  </a:cubicBezTo>
                  <a:cubicBezTo>
                    <a:pt x="3351" y="0"/>
                    <a:pt x="1" y="3351"/>
                    <a:pt x="1" y="7447"/>
                  </a:cubicBezTo>
                  <a:cubicBezTo>
                    <a:pt x="1" y="7633"/>
                    <a:pt x="1" y="7819"/>
                    <a:pt x="1" y="8005"/>
                  </a:cubicBezTo>
                  <a:cubicBezTo>
                    <a:pt x="3538" y="8470"/>
                    <a:pt x="6237" y="11263"/>
                    <a:pt x="6516" y="14800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07"/>
            <p:cNvSpPr/>
            <p:nvPr/>
          </p:nvSpPr>
          <p:spPr>
            <a:xfrm>
              <a:off x="645325" y="2842375"/>
              <a:ext cx="372350" cy="372325"/>
            </a:xfrm>
            <a:custGeom>
              <a:avLst/>
              <a:gdLst/>
              <a:ahLst/>
              <a:cxnLst/>
              <a:rect l="l" t="t" r="r" b="b"/>
              <a:pathLst>
                <a:path w="14894" h="14893" extrusionOk="0">
                  <a:moveTo>
                    <a:pt x="94" y="6422"/>
                  </a:moveTo>
                  <a:cubicBezTo>
                    <a:pt x="1" y="6795"/>
                    <a:pt x="1" y="7074"/>
                    <a:pt x="1" y="7446"/>
                  </a:cubicBezTo>
                  <a:cubicBezTo>
                    <a:pt x="1" y="11542"/>
                    <a:pt x="3351" y="14892"/>
                    <a:pt x="7447" y="14892"/>
                  </a:cubicBezTo>
                  <a:cubicBezTo>
                    <a:pt x="11542" y="14892"/>
                    <a:pt x="14893" y="11542"/>
                    <a:pt x="14893" y="7446"/>
                  </a:cubicBezTo>
                  <a:cubicBezTo>
                    <a:pt x="14893" y="3258"/>
                    <a:pt x="11542" y="0"/>
                    <a:pt x="7447" y="0"/>
                  </a:cubicBezTo>
                  <a:cubicBezTo>
                    <a:pt x="7075" y="0"/>
                    <a:pt x="6795" y="0"/>
                    <a:pt x="6423" y="0"/>
                  </a:cubicBezTo>
                  <a:cubicBezTo>
                    <a:pt x="6051" y="3351"/>
                    <a:pt x="3351" y="6050"/>
                    <a:pt x="94" y="6422"/>
                  </a:cubicBezTo>
                  <a:close/>
                </a:path>
              </a:pathLst>
            </a:custGeom>
            <a:solidFill>
              <a:srgbClr val="F3F4F7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4">
          <p15:clr>
            <a:srgbClr val="0000FF"/>
          </p15:clr>
        </p15:guide>
        <p15:guide id="2" orient="horz" pos="232">
          <p15:clr>
            <a:srgbClr val="FA7B17"/>
          </p15:clr>
        </p15:guide>
        <p15:guide id="3" orient="horz" pos="309">
          <p15:clr>
            <a:srgbClr val="FA7B17"/>
          </p15:clr>
        </p15:guide>
        <p15:guide id="4" orient="horz" pos="386">
          <p15:clr>
            <a:srgbClr val="FA7B17"/>
          </p15:clr>
        </p15:guide>
        <p15:guide id="5" orient="horz" pos="463">
          <p15:clr>
            <a:srgbClr val="FA7B17"/>
          </p15:clr>
        </p15:guide>
        <p15:guide id="6" orient="horz" pos="540">
          <p15:clr>
            <a:srgbClr val="FA7B17"/>
          </p15:clr>
        </p15:guide>
        <p15:guide id="7" orient="horz" pos="622">
          <p15:clr>
            <a:srgbClr val="FA7B17"/>
          </p15:clr>
        </p15:guide>
        <p15:guide id="8" orient="horz" pos="699">
          <p15:clr>
            <a:srgbClr val="FA7B17"/>
          </p15:clr>
        </p15:guide>
        <p15:guide id="9" orient="horz" pos="776">
          <p15:clr>
            <a:srgbClr val="FA7B17"/>
          </p15:clr>
        </p15:guide>
        <p15:guide id="10" orient="horz" pos="853">
          <p15:clr>
            <a:srgbClr val="FA7B17"/>
          </p15:clr>
        </p15:guide>
        <p15:guide id="11" orient="horz" pos="930">
          <p15:clr>
            <a:srgbClr val="FA7B17"/>
          </p15:clr>
        </p15:guide>
        <p15:guide id="12" orient="horz" pos="1007">
          <p15:clr>
            <a:srgbClr val="FA7B17"/>
          </p15:clr>
        </p15:guide>
        <p15:guide id="13" orient="horz" pos="1088">
          <p15:clr>
            <a:srgbClr val="FA7B17"/>
          </p15:clr>
        </p15:guide>
        <p15:guide id="14" orient="horz" pos="1165">
          <p15:clr>
            <a:srgbClr val="FA7B17"/>
          </p15:clr>
        </p15:guide>
        <p15:guide id="15" orient="horz" pos="1245">
          <p15:clr>
            <a:srgbClr val="FA7B17"/>
          </p15:clr>
        </p15:guide>
        <p15:guide id="16" orient="horz" pos="1322">
          <p15:clr>
            <a:srgbClr val="FA7B17"/>
          </p15:clr>
        </p15:guide>
        <p15:guide id="17" orient="horz" pos="1399">
          <p15:clr>
            <a:srgbClr val="FA7B17"/>
          </p15:clr>
        </p15:guide>
        <p15:guide id="18" orient="horz" pos="1481">
          <p15:clr>
            <a:srgbClr val="FA7B17"/>
          </p15:clr>
        </p15:guide>
        <p15:guide id="19" orient="horz" pos="1558">
          <p15:clr>
            <a:srgbClr val="FA7B17"/>
          </p15:clr>
        </p15:guide>
        <p15:guide id="20" orient="horz" pos="1635">
          <p15:clr>
            <a:srgbClr val="FA7B17"/>
          </p15:clr>
        </p15:guide>
        <p15:guide id="21" orient="horz" pos="1712">
          <p15:clr>
            <a:srgbClr val="FA7B17"/>
          </p15:clr>
        </p15:guide>
        <p15:guide id="22" orient="horz" pos="1789">
          <p15:clr>
            <a:srgbClr val="FA7B17"/>
          </p15:clr>
        </p15:guide>
        <p15:guide id="23" orient="horz" pos="1867">
          <p15:clr>
            <a:srgbClr val="FA7B17"/>
          </p15:clr>
        </p15:guide>
        <p15:guide id="24" orient="horz" pos="1946">
          <p15:clr>
            <a:srgbClr val="FA7B17"/>
          </p15:clr>
        </p15:guide>
        <p15:guide id="25" orient="horz" pos="2023">
          <p15:clr>
            <a:srgbClr val="FA7B17"/>
          </p15:clr>
        </p15:guide>
        <p15:guide id="26" orient="horz" pos="2100">
          <p15:clr>
            <a:srgbClr val="FA7B17"/>
          </p15:clr>
        </p15:guide>
        <p15:guide id="27" orient="horz" pos="2177">
          <p15:clr>
            <a:srgbClr val="FA7B17"/>
          </p15:clr>
        </p15:guide>
        <p15:guide id="28" orient="horz" pos="2257">
          <p15:clr>
            <a:srgbClr val="FA7B17"/>
          </p15:clr>
        </p15:guide>
        <p15:guide id="29" orient="horz" pos="2336">
          <p15:clr>
            <a:srgbClr val="FA7B17"/>
          </p15:clr>
        </p15:guide>
        <p15:guide id="30" orient="horz" pos="2413">
          <p15:clr>
            <a:srgbClr val="FA7B17"/>
          </p15:clr>
        </p15:guide>
        <p15:guide id="31" orient="horz" pos="2490">
          <p15:clr>
            <a:srgbClr val="FA7B17"/>
          </p15:clr>
        </p15:guide>
        <p15:guide id="32" orient="horz" pos="2570">
          <p15:clr>
            <a:srgbClr val="FA7B17"/>
          </p15:clr>
        </p15:guide>
        <p15:guide id="33" orient="horz" pos="2647">
          <p15:clr>
            <a:srgbClr val="FA7B17"/>
          </p15:clr>
        </p15:guide>
        <p15:guide id="34" orient="horz" pos="2726">
          <p15:clr>
            <a:srgbClr val="FA7B17"/>
          </p15:clr>
        </p15:guide>
        <p15:guide id="35" orient="horz" pos="2803">
          <p15:clr>
            <a:srgbClr val="FA7B17"/>
          </p15:clr>
        </p15:guide>
        <p15:guide id="36" orient="horz" pos="2880">
          <p15:clr>
            <a:srgbClr val="FA7B17"/>
          </p15:clr>
        </p15:guide>
        <p15:guide id="37" orient="horz" pos="2960">
          <p15:clr>
            <a:srgbClr val="FA7B17"/>
          </p15:clr>
        </p15:guide>
        <p15:guide id="38" orient="horz" pos="3037">
          <p15:clr>
            <a:srgbClr val="0000FF"/>
          </p15:clr>
        </p15:guide>
        <p15:guide id="39" pos="174">
          <p15:clr>
            <a:srgbClr val="0000FF"/>
          </p15:clr>
        </p15:guide>
        <p15:guide id="40" pos="624">
          <p15:clr>
            <a:srgbClr val="0000FF"/>
          </p15:clr>
        </p15:guide>
        <p15:guide id="41" pos="1074">
          <p15:clr>
            <a:srgbClr val="0000FF"/>
          </p15:clr>
        </p15:guide>
        <p15:guide id="42" pos="1530">
          <p15:clr>
            <a:srgbClr val="0000FF"/>
          </p15:clr>
        </p15:guide>
        <p15:guide id="43" pos="1975">
          <p15:clr>
            <a:srgbClr val="0000FF"/>
          </p15:clr>
        </p15:guide>
        <p15:guide id="44" pos="2425">
          <p15:clr>
            <a:srgbClr val="0000FF"/>
          </p15:clr>
        </p15:guide>
        <p15:guide id="45" pos="2880">
          <p15:clr>
            <a:srgbClr val="0000FF"/>
          </p15:clr>
        </p15:guide>
        <p15:guide id="46" pos="3325">
          <p15:clr>
            <a:srgbClr val="0000FF"/>
          </p15:clr>
        </p15:guide>
        <p15:guide id="47" pos="3775">
          <p15:clr>
            <a:srgbClr val="0000FF"/>
          </p15:clr>
        </p15:guide>
        <p15:guide id="48" pos="4225">
          <p15:clr>
            <a:srgbClr val="0000FF"/>
          </p15:clr>
        </p15:guide>
        <p15:guide id="49" pos="4675">
          <p15:clr>
            <a:srgbClr val="0000FF"/>
          </p15:clr>
        </p15:guide>
        <p15:guide id="50" pos="5126">
          <p15:clr>
            <a:srgbClr val="0000FF"/>
          </p15:clr>
        </p15:guide>
        <p15:guide id="51" pos="5586">
          <p15:clr>
            <a:srgbClr val="0000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3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91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theme" Target="../theme/theme5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90.xml"/><Relationship Id="rId29" Type="http://schemas.openxmlformats.org/officeDocument/2006/relationships/slideLayout" Target="../slideLayouts/slideLayout99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Proxima Nova"/>
              <a:buNone/>
              <a:defRPr sz="4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25" name="Google Shape;325;p75"/>
          <p:cNvSpPr txBox="1">
            <a:spLocks noGrp="1"/>
          </p:cNvSpPr>
          <p:nvPr>
            <p:ph type="body" idx="1"/>
          </p:nvPr>
        </p:nvSpPr>
        <p:spPr>
          <a:xfrm>
            <a:off x="311700" y="1800875"/>
            <a:ext cx="8520600" cy="27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Char char="●"/>
              <a:defRPr sz="2800" b="1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Proxima Nova"/>
              <a:buChar char="○"/>
              <a:defRPr sz="17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roxima Nova"/>
              <a:buChar char="■"/>
              <a:defRPr sz="13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roxima Nova"/>
              <a:buChar char="●"/>
              <a:defRPr sz="9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roxima Nova"/>
              <a:buChar char="○"/>
              <a:defRPr sz="9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26" name="Google Shape;326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holst.so/board/264914fa-677d-4331-b936-fe46668f925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8Ss6k8kaMtEZSbu-jI1C_us_BsEhpfV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8Ss6k8kaMtEZSbu-jI1C_us_BsEhpfV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8Ss6k8kaMtEZSbu-jI1C_us_BsEhpfV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8Ss6k8kaMtEZSbu-jI1C_us_BsEhpfV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58Ss6k8kaMtEZSbu-jI1C_us_BsEhpfV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6"/>
          <p:cNvSpPr txBox="1"/>
          <p:nvPr/>
        </p:nvSpPr>
        <p:spPr>
          <a:xfrm>
            <a:off x="319843" y="295825"/>
            <a:ext cx="8566500" cy="21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Итоговая работа: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>
                <a:solidFill>
                  <a:schemeClr val="lt1"/>
                </a:solidFill>
              </a:rPr>
              <a:t>моделирование бизнес-процессов</a:t>
            </a:r>
            <a:endParaRPr sz="48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0" name="Google Shape;570;p126"/>
          <p:cNvSpPr txBox="1"/>
          <p:nvPr/>
        </p:nvSpPr>
        <p:spPr>
          <a:xfrm>
            <a:off x="361791" y="4191854"/>
            <a:ext cx="2061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Елизавета</a:t>
            </a:r>
            <a:r>
              <a:rPr lang="ru" sz="1300" i="0" u="none" strike="noStrike" cap="none">
                <a:solidFill>
                  <a:schemeClr val="lt1"/>
                </a:solidFill>
              </a:rPr>
              <a:t> </a:t>
            </a:r>
            <a:r>
              <a:rPr lang="ru" sz="1300">
                <a:solidFill>
                  <a:schemeClr val="lt1"/>
                </a:solidFill>
              </a:rPr>
              <a:t>Осадчая</a:t>
            </a:r>
            <a:br>
              <a:rPr lang="ru" sz="1300" i="0" u="none" strike="noStrike" cap="none">
                <a:solidFill>
                  <a:schemeClr val="lt1"/>
                </a:solidFill>
              </a:rPr>
            </a:br>
            <a:r>
              <a:rPr lang="ru" sz="1300">
                <a:solidFill>
                  <a:schemeClr val="lt1"/>
                </a:solidFill>
              </a:rPr>
              <a:t>BPMAN-43</a:t>
            </a:r>
            <a:endParaRPr sz="1300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30"/>
          <p:cNvSpPr/>
          <p:nvPr/>
        </p:nvSpPr>
        <p:spPr>
          <a:xfrm>
            <a:off x="331600" y="257219"/>
            <a:ext cx="41292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Онлайн-магазин “Хвост и Лапа”</a:t>
            </a:r>
            <a:endParaRPr sz="900" i="1" u="none" strike="noStrike" cap="none">
              <a:solidFill>
                <a:srgbClr val="C4C4C4"/>
              </a:solidFill>
            </a:endParaRPr>
          </a:p>
        </p:txBody>
      </p:sp>
      <p:sp>
        <p:nvSpPr>
          <p:cNvPr id="601" name="Google Shape;601;p130"/>
          <p:cNvSpPr txBox="1"/>
          <p:nvPr/>
        </p:nvSpPr>
        <p:spPr>
          <a:xfrm>
            <a:off x="321775" y="1712975"/>
            <a:ext cx="26382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Компания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Компания оказывает услуги владельцам домашних животных на всех этапах их жизни, предоставляя полный спектр товаров и услуг по уходу: от реализации кормов до продажи ветеринарных препаратов. </a:t>
            </a:r>
            <a:br>
              <a:rPr lang="ru" sz="1100" i="0" u="none" strike="noStrike" cap="none">
                <a:solidFill>
                  <a:schemeClr val="dk1"/>
                </a:solidFill>
              </a:rPr>
            </a:br>
            <a:br>
              <a:rPr lang="ru" sz="900" i="0" u="none" strike="noStrike" cap="none">
                <a:solidFill>
                  <a:schemeClr val="dk1"/>
                </a:solidFill>
              </a:rPr>
            </a:b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02" name="Google Shape;602;p130"/>
          <p:cNvSpPr txBox="1"/>
          <p:nvPr/>
        </p:nvSpPr>
        <p:spPr>
          <a:xfrm>
            <a:off x="3215875" y="1712975"/>
            <a:ext cx="26286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Сфера деятельности 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Реализация товаров для животных: кормов, аксессуаров, средств ухода и иных зоотоваров. </a:t>
            </a:r>
            <a:endParaRPr sz="11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03" name="Google Shape;603;p130"/>
          <p:cNvSpPr txBox="1"/>
          <p:nvPr/>
        </p:nvSpPr>
        <p:spPr>
          <a:xfrm>
            <a:off x="6100375" y="1712975"/>
            <a:ext cx="26382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Стадия развития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«Младенчество» («Давай-давай») в соответствии с моделью жизненного цикла Ицхака Адизеса. </a:t>
            </a:r>
            <a:endParaRPr sz="11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604" name="Google Shape;604;p130" title="Screenshot_1.jpg"/>
          <p:cNvPicPr preferRelativeResize="0"/>
          <p:nvPr/>
        </p:nvPicPr>
        <p:blipFill rotWithShape="1">
          <a:blip r:embed="rId3">
            <a:alphaModFix/>
          </a:blip>
          <a:srcRect l="-6409" t="-9401" r="-3529" b="-8552"/>
          <a:stretch/>
        </p:blipFill>
        <p:spPr>
          <a:xfrm>
            <a:off x="7200900" y="89500"/>
            <a:ext cx="1687500" cy="1560900"/>
          </a:xfrm>
          <a:prstGeom prst="ellipse">
            <a:avLst/>
          </a:prstGeom>
          <a:noFill/>
          <a:ln w="9525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31"/>
          <p:cNvSpPr/>
          <p:nvPr/>
        </p:nvSpPr>
        <p:spPr>
          <a:xfrm>
            <a:off x="331600" y="257219"/>
            <a:ext cx="4129200" cy="9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chemeClr val="dk1"/>
                </a:solidFill>
              </a:rPr>
              <a:t>Цели и задачи проекта</a:t>
            </a:r>
            <a:endParaRPr sz="900" i="1" u="none" strike="noStrike" cap="none">
              <a:solidFill>
                <a:srgbClr val="C4C4C4"/>
              </a:solidFill>
            </a:endParaRPr>
          </a:p>
        </p:txBody>
      </p:sp>
      <p:sp>
        <p:nvSpPr>
          <p:cNvPr id="610" name="Google Shape;610;p131"/>
          <p:cNvSpPr txBox="1"/>
          <p:nvPr/>
        </p:nvSpPr>
        <p:spPr>
          <a:xfrm>
            <a:off x="321775" y="1484375"/>
            <a:ext cx="26382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Бизнес-цель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Увеличение прибыли за счет снижения операционных издержек на обработку одного онлайн-заказа. </a:t>
            </a:r>
            <a:endParaRPr sz="11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11" name="Google Shape;611;p131"/>
          <p:cNvSpPr txBox="1"/>
          <p:nvPr/>
        </p:nvSpPr>
        <p:spPr>
          <a:xfrm>
            <a:off x="3215875" y="1484375"/>
            <a:ext cx="2628600" cy="2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Задачи 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180000" marR="0" lvl="0" indent="-165101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построение схемы AS IS бизнес-процесса;</a:t>
            </a:r>
            <a:endParaRPr sz="1100" i="0" u="none" strike="noStrike" cap="none">
              <a:solidFill>
                <a:schemeClr val="dk1"/>
              </a:solidFill>
            </a:endParaRPr>
          </a:p>
          <a:p>
            <a:pPr marL="180000" marR="0" lvl="0" indent="-1651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проведение комплексного анализа бизнес-процесса;</a:t>
            </a:r>
            <a:endParaRPr sz="1100" i="0" u="none" strike="noStrike" cap="none">
              <a:solidFill>
                <a:schemeClr val="dk1"/>
              </a:solidFill>
            </a:endParaRPr>
          </a:p>
          <a:p>
            <a:pPr marL="180000" marR="0" lvl="0" indent="-1651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выявление точек улучшения в бизнес-процессе;</a:t>
            </a:r>
            <a:endParaRPr sz="1100">
              <a:solidFill>
                <a:schemeClr val="dk1"/>
              </a:solidFill>
            </a:endParaRPr>
          </a:p>
          <a:p>
            <a:pPr marL="179999" marR="0" lvl="0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формулировка и разработка гипотез по оптимизации бизнес-процесса.</a:t>
            </a:r>
            <a:br>
              <a:rPr lang="ru" sz="1100" i="0" u="none" strike="noStrike" cap="none">
                <a:solidFill>
                  <a:schemeClr val="dk1"/>
                </a:solidFill>
              </a:rPr>
            </a:br>
            <a:endParaRPr sz="11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12" name="Google Shape;612;p131"/>
          <p:cNvSpPr txBox="1"/>
          <p:nvPr/>
        </p:nvSpPr>
        <p:spPr>
          <a:xfrm>
            <a:off x="6100375" y="1445725"/>
            <a:ext cx="2638200" cy="28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Особенности бизнеса</a:t>
            </a:r>
            <a:endParaRPr sz="13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1100" i="0" u="none" strike="noStrike" cap="none">
                <a:solidFill>
                  <a:srgbClr val="000000"/>
                </a:solidFill>
              </a:rPr>
              <a:t>в рамках которого рассматриваются процессы</a:t>
            </a:r>
            <a:endParaRPr sz="1100" i="0" u="none" strike="noStrike" cap="none">
              <a:solidFill>
                <a:srgbClr val="000000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реализация рецептурных препаратов;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наличие отложенного платежа для постоянных клиентов;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 sz="1100">
                <a:solidFill>
                  <a:schemeClr val="dk1"/>
                </a:solidFill>
              </a:rPr>
              <a:t>высокая доля ручного труда;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100">
                <a:solidFill>
                  <a:schemeClr val="dk1"/>
                </a:solidFill>
              </a:rPr>
              <a:t>высокий уровень конкуренции включая маркетплейсы.</a:t>
            </a:r>
            <a:br>
              <a:rPr lang="ru" sz="1000" i="0" u="none" strike="noStrike" cap="none">
                <a:solidFill>
                  <a:schemeClr val="dk1"/>
                </a:solidFill>
              </a:rPr>
            </a:br>
            <a:endParaRPr sz="10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32"/>
          <p:cNvSpPr txBox="1"/>
          <p:nvPr/>
        </p:nvSpPr>
        <p:spPr>
          <a:xfrm>
            <a:off x="319850" y="295825"/>
            <a:ext cx="8566500" cy="30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Описание бизнес-процесс</a:t>
            </a:r>
            <a:r>
              <a:rPr lang="ru" sz="4800" b="1">
                <a:solidFill>
                  <a:schemeClr val="lt1"/>
                </a:solidFill>
              </a:rPr>
              <a:t>а </a:t>
            </a:r>
            <a:endParaRPr sz="48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300" b="1">
                <a:solidFill>
                  <a:schemeClr val="lt1"/>
                </a:solidFill>
              </a:rPr>
              <a:t>“Онлайн-заказ в магазине “Хвост и Лапа”</a:t>
            </a:r>
            <a:endParaRPr sz="43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33"/>
          <p:cNvSpPr/>
          <p:nvPr/>
        </p:nvSpPr>
        <p:spPr>
          <a:xfrm>
            <a:off x="333015" y="260216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chemeClr val="dk1"/>
                </a:solidFill>
              </a:rPr>
              <a:t>О</a:t>
            </a:r>
            <a:r>
              <a:rPr lang="ru" sz="2800" b="1">
                <a:solidFill>
                  <a:schemeClr val="dk1"/>
                </a:solidFill>
              </a:rPr>
              <a:t>писание процесса AS IS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23" name="Google Shape;623;p133"/>
          <p:cNvSpPr txBox="1"/>
          <p:nvPr/>
        </p:nvSpPr>
        <p:spPr>
          <a:xfrm>
            <a:off x="359725" y="791700"/>
            <a:ext cx="8523000" cy="42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1) Покупатель заходит на сайт и формирует заказ: выбирает нужные товары (в том числе и рецептурные), выбирает способ доставки и оплаты.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Заказ может быть оформлен как разовый, так и в формате подписки (ежемесячная доставка). Для постоянных клиентов предусмотрена возможность отложенного платежа.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2) Оформленный заказ попадает в систему, где проходит первичную проверку на: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наличие регистрации (старый/новый клиент)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корректность адреса доставки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наличие в заказе рецептурных препаратов;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наличие / отсутствие товара на складе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наличие / отсутствие задолженности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Если заказ не содержит рецептурных товаров, все позиции есть в наличии, клиент зарегистрирован и не имеет долгов, а адрес корректен — заказ автоматически переходит в сборку, в противном случае заказ попадает на ручную обработку менеджеру. Менеджер связывается с клиентом и уточняет детали, либо, если были рецептурные препараты, просит предоставить рецепт.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3) После подтверждения заказ попадает на сборку на склад. Если при сборке возникают проблемы (пересорт, недостача и т.д), в процесс снова включается менеджер.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4) После сборки заказ отправляется в отдел логистики. Предусмотрено 3 варианта доставки: доставка курьером, доставка в пункт выдачи и регулярная доставка в соответствии выбранным расписанием.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5) Доставка: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курьер едет к клиенту. в случае успешной доставки оформляются документы и процесс завершается.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если у курьера не получилось доставить заказ, то на этот случай допускается только 2 попытки осуществить доставку, после этого заказ возвращается на склад.</a:t>
            </a:r>
            <a:endParaRPr sz="900">
              <a:solidFill>
                <a:schemeClr val="dk1"/>
              </a:solidFill>
            </a:endParaRPr>
          </a:p>
          <a:p>
            <a:pPr marL="45720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ru" sz="900">
                <a:solidFill>
                  <a:schemeClr val="dk1"/>
                </a:solidFill>
              </a:rPr>
              <a:t>после возврата на склад менеджер принимает решение:- повторно согласовать доставку- отменить заказ- оформить возврат и вернуть деньги (если был предоплачен)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6) Бухгалтерия закрывает заказ: выставляет счёт, сверяет оплату, формирует финальные документы.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7) Все успешные заказы отмечаются в системе, клиент получает уведомление о завершении.</a:t>
            </a: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chemeClr val="dk1"/>
                </a:solidFill>
              </a:rPr>
              <a:t>8) Клиент может в любой момент отказаться от заказа. В этом случае заказ аннулируется и, если нужно, инициируется возврат средств.</a:t>
            </a:r>
            <a:endParaRPr sz="1700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34"/>
          <p:cNvSpPr/>
          <p:nvPr/>
        </p:nvSpPr>
        <p:spPr>
          <a:xfrm>
            <a:off x="333015" y="260216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chemeClr val="dk1"/>
                </a:solidFill>
              </a:rPr>
              <a:t>О</a:t>
            </a:r>
            <a:r>
              <a:rPr lang="ru" sz="2800" b="1">
                <a:solidFill>
                  <a:schemeClr val="dk1"/>
                </a:solidFill>
              </a:rPr>
              <a:t>писание процесса AS IS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graphicFrame>
        <p:nvGraphicFramePr>
          <p:cNvPr id="629" name="Google Shape;629;p134"/>
          <p:cNvGraphicFramePr/>
          <p:nvPr/>
        </p:nvGraphicFramePr>
        <p:xfrm>
          <a:off x="438150" y="70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025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/>
                        <a:t>Границы процесса</a:t>
                      </a:r>
                      <a:endParaRPr sz="1000"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625">
                <a:tc>
                  <a:txBody>
                    <a:bodyPr/>
                    <a:lstStyle/>
                    <a:p>
                      <a:pPr marL="4762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начало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клиент оформляет заказ на сайте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50">
                <a:tc>
                  <a:txBody>
                    <a:bodyPr/>
                    <a:lstStyle/>
                    <a:p>
                      <a:pPr marL="47625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конец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заказ доставлен / отменён / возвращен на склад / отклонен. 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/>
                        <a:t>Роли / участники процесса:</a:t>
                      </a:r>
                      <a:endParaRPr sz="10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Char char="●"/>
                      </a:pPr>
                      <a:r>
                        <a:rPr lang="ru" sz="900"/>
                        <a:t>клиент</a:t>
                      </a:r>
                      <a:endParaRPr sz="900"/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e-commerce система </a:t>
                      </a:r>
                      <a:endParaRPr sz="900"/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менеджер по заказам 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сотрудники склада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сотрудники отдела логистики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курьер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бухгалтерия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200"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/>
                        <a:t>Значимость процесса</a:t>
                      </a:r>
                      <a:endParaRPr sz="1000" b="1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600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Для бизнеса: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основной источник получения прибыли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снижение операционных издержек за счет экономии на аренде помещений, найме консультантов/продавцов для магазинов, найме обслуживающего персонала и т.д. 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600">
                <a:tc>
                  <a:txBody>
                    <a:bodyPr/>
                    <a:lstStyle/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Для клиента:</a:t>
                      </a:r>
                      <a:endParaRPr sz="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минимизация рутинных действий через возможность оформить подписку и регулярную доставку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>
                          <a:solidFill>
                            <a:schemeClr val="dk1"/>
                          </a:solidFill>
                        </a:rPr>
                        <a:t>уверенность в качестве товаров и компании в целом, т.к. при покупке препаратов требуется предоставить рецепт, что в свою очередь говорит о том, что компания соблюдает требования законодательства</a:t>
                      </a: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35"/>
          <p:cNvSpPr/>
          <p:nvPr/>
        </p:nvSpPr>
        <p:spPr>
          <a:xfrm>
            <a:off x="324790" y="264291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Схема процесса AS IS (схема BPMN)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35" name="Google Shape;635;p135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https://drive.google.com/drive/folders/158Ss6k8kaMtEZSbu-jI1C_us_BsEhpfV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6" name="Google Shape;636;p135"/>
          <p:cNvSpPr txBox="1"/>
          <p:nvPr/>
        </p:nvSpPr>
        <p:spPr>
          <a:xfrm>
            <a:off x="359725" y="894900"/>
            <a:ext cx="8523000" cy="14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b="1" u="sng">
                <a:solidFill>
                  <a:schemeClr val="dk1"/>
                </a:solidFill>
              </a:rPr>
              <a:t>В связи с тем, что схема AS IS в нотации BPMN 2.0  размещена по ссылке на гугл-диске:</a:t>
            </a:r>
            <a:endParaRPr sz="1500" b="1" u="sng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ru" sz="1500" b="1" u="sng">
                <a:solidFill>
                  <a:schemeClr val="dk1"/>
                </a:solidFill>
              </a:rPr>
              <a:t>файл с расширением .bpmn</a:t>
            </a:r>
            <a:endParaRPr sz="1500" b="1" u="sng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ru" sz="1500" b="1" u="sng">
                <a:solidFill>
                  <a:schemeClr val="dk1"/>
                </a:solidFill>
              </a:rPr>
              <a:t>набор скриншотов в zip-архиве.</a:t>
            </a:r>
            <a:endParaRPr sz="1500" b="1" u="sng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37" name="Google Shape;637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88" y="2293775"/>
            <a:ext cx="7905273" cy="21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36"/>
          <p:cNvSpPr/>
          <p:nvPr/>
        </p:nvSpPr>
        <p:spPr>
          <a:xfrm>
            <a:off x="324801" y="264300"/>
            <a:ext cx="84636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Схема процесса AS IS (схема IDEF0, </a:t>
            </a:r>
            <a:br>
              <a:rPr lang="ru" sz="2800" b="1">
                <a:solidFill>
                  <a:schemeClr val="dk1"/>
                </a:solidFill>
              </a:rPr>
            </a:br>
            <a:r>
              <a:rPr lang="ru" sz="2800" b="1">
                <a:solidFill>
                  <a:schemeClr val="dk1"/>
                </a:solidFill>
              </a:rPr>
              <a:t>уровень А0)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43" name="Google Shape;643;p136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https://drive.google.com/drive/folders/158Ss6k8kaMtEZSbu-jI1C_us_BsEhpfV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44" name="Google Shape;644;p136" title="IDEF0-A0_интернет-заказ_Хвост_и_Лап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400" y="1303066"/>
            <a:ext cx="4267199" cy="3051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37"/>
          <p:cNvSpPr/>
          <p:nvPr/>
        </p:nvSpPr>
        <p:spPr>
          <a:xfrm>
            <a:off x="324790" y="264291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Схема процесса AS IS (схема IDEF0)</a:t>
            </a:r>
            <a:endParaRPr sz="14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50" name="Google Shape;650;p137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https://drive.google.com/drive/folders/158Ss6k8kaMtEZSbu-jI1C_us_BsEhpfV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51" name="Google Shape;651;p137" title="IDEF0-A1_интернет-заказ_Хвост_и_Лап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013" y="675550"/>
            <a:ext cx="7702424" cy="388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38"/>
          <p:cNvSpPr txBox="1"/>
          <p:nvPr/>
        </p:nvSpPr>
        <p:spPr>
          <a:xfrm>
            <a:off x="319843" y="295825"/>
            <a:ext cx="85665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Анализ бизнес-процессов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39"/>
          <p:cNvSpPr/>
          <p:nvPr/>
        </p:nvSpPr>
        <p:spPr>
          <a:xfrm>
            <a:off x="342000" y="246900"/>
            <a:ext cx="8346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Анализ внешней и внутренней среды </a:t>
            </a:r>
            <a:endParaRPr sz="2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62" name="Google Shape;662;p139"/>
          <p:cNvSpPr txBox="1"/>
          <p:nvPr/>
        </p:nvSpPr>
        <p:spPr>
          <a:xfrm>
            <a:off x="340500" y="4583225"/>
            <a:ext cx="750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https://app.holst.so/share/b/264914fa-677d-4331-b936-fe46668f9253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graphicFrame>
        <p:nvGraphicFramePr>
          <p:cNvPr id="663" name="Google Shape;663;p139"/>
          <p:cNvGraphicFramePr/>
          <p:nvPr/>
        </p:nvGraphicFramePr>
        <p:xfrm>
          <a:off x="268550" y="86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2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9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800" b="1">
                          <a:solidFill>
                            <a:schemeClr val="dk1"/>
                          </a:solidFill>
                        </a:rPr>
                        <a:t>Ценность процесса, для чего он был создан 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700">
                          <a:solidFill>
                            <a:schemeClr val="dk1"/>
                          </a:solidFill>
                        </a:rPr>
                        <a:t>процесс является основным источником получения прибыли (даже при наличии магазинов / сети магазинов, о чем напрямую в описании не сказано, данный бизнес-процесс квалифицировался как основной)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700">
                          <a:solidFill>
                            <a:schemeClr val="dk1"/>
                          </a:solidFill>
                        </a:rPr>
                        <a:t>дополнительная цель - снижение операционных издержек за счет экономии на аренде помещений, найме консультантов/продавцов для магазинов, найме обслуживающего персонала и т.д.</a:t>
                      </a: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/>
                        <a:t>Причины проведения анализа?</a:t>
                      </a:r>
                      <a:endParaRPr sz="8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/>
                        <a:t>Начальные гипотезы о том, насколько эффективно работает процесс в текущих условиях</a:t>
                      </a:r>
                      <a:endParaRPr sz="800" b="1"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7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700"/>
                        <a:t>Гипотеза об эффективности процесса - уровень средний или ниже среднего.</a:t>
                      </a:r>
                      <a:endParaRPr sz="7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700"/>
                        <a:t>Возможные причины проведения анализа:</a:t>
                      </a:r>
                      <a:endParaRPr sz="700"/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ru" sz="700"/>
                        <a:t>потеря клиентов из-за архаичности процесса (ограниченный функционал личного кабинета, отсутствие мобильного приложения, низкий уровень сервиса)</a:t>
                      </a:r>
                      <a:endParaRPr sz="700"/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ru" sz="700"/>
                        <a:t>большое количество заказов, которые попадают на ручную проверку к менеджеру</a:t>
                      </a:r>
                      <a:endParaRPr sz="700"/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ru" sz="700"/>
                        <a:t>уровень дебиторской задолженности - не описан способ управления и взыскания задолженности (блокировка нового заказа - это скорее препятствие, а не способ решения проблемы)</a:t>
                      </a:r>
                      <a:endParaRPr sz="700"/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ru" sz="700"/>
                        <a:t>большой % отмены / отказа от заказа - не описаны меры по компенсации издержек, которые понесла компания до этого момента (работа склада, отдела логистики и т.д.) + не описан регламент, в соответствии с которым клиент может отказаться от заказа (например, в соответствии с законодательством РФ лекарственные препараты надлежащего качества обмену и возврату не подлежат)</a:t>
                      </a:r>
                      <a:endParaRPr sz="700"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7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40"/>
          <p:cNvSpPr/>
          <p:nvPr/>
        </p:nvSpPr>
        <p:spPr>
          <a:xfrm>
            <a:off x="342000" y="246900"/>
            <a:ext cx="8346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Анализ внешней и внутренней среды </a:t>
            </a:r>
            <a:endParaRPr sz="2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69" name="Google Shape;669;p140"/>
          <p:cNvSpPr txBox="1"/>
          <p:nvPr/>
        </p:nvSpPr>
        <p:spPr>
          <a:xfrm>
            <a:off x="340500" y="4583225"/>
            <a:ext cx="750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https://app.holst.so/share/b/264914fa-677d-4331-b936-fe46668f9253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graphicFrame>
        <p:nvGraphicFramePr>
          <p:cNvPr id="670" name="Google Shape;670;p140"/>
          <p:cNvGraphicFramePr/>
          <p:nvPr/>
        </p:nvGraphicFramePr>
        <p:xfrm>
          <a:off x="268550" y="86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2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/>
                        <a:t>Какие системы задействованы в процессе?</a:t>
                      </a:r>
                      <a:endParaRPr sz="9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/>
                        <a:t>Насколько они стабильно и качественно работают?</a:t>
                      </a:r>
                      <a:endParaRPr sz="900" b="1"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/>
                        <a:t>Системы: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e-commerce система (указана в описании процесса)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система для финансов / бухгалтерии (предположение)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CRM для работы менеджера (предположение)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система управления складом (предположение)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система для управления логистикой (предположение)</a:t>
                      </a:r>
                      <a:endParaRPr sz="9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/>
                        <a:t>Гипотезы о качестве работы систем: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работают достаточно стабильно, т.к. при описании процесса нет условного чек-листа с действиями при сбоях в программе</a:t>
                      </a:r>
                      <a:endParaRPr sz="900"/>
                    </a:p>
                    <a:p>
                      <a:pPr marL="45720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Char char="●"/>
                      </a:pPr>
                      <a:r>
                        <a:rPr lang="ru" sz="900"/>
                        <a:t>качество - низкое - те правила, по которым заказ уходит на ручную проверку менеджеру, могут обрабатываться автоматически. - "менеджер склада сообщает менеджеру по продажам" - данное действие также можно осуществить автоматически, без личного информирования чем бы оно не было выражено (сообщение / звонок)</a:t>
                      </a:r>
                      <a:endParaRPr sz="900"/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41"/>
          <p:cNvSpPr/>
          <p:nvPr/>
        </p:nvSpPr>
        <p:spPr>
          <a:xfrm>
            <a:off x="342000" y="246900"/>
            <a:ext cx="8346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Анализ внешней и внутренней среды </a:t>
            </a:r>
            <a:endParaRPr sz="2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76" name="Google Shape;676;p141"/>
          <p:cNvSpPr txBox="1"/>
          <p:nvPr/>
        </p:nvSpPr>
        <p:spPr>
          <a:xfrm>
            <a:off x="340500" y="4583225"/>
            <a:ext cx="750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https://app.holst.so/share/b/264914fa-677d-4331-b936-fe46668f9253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graphicFrame>
        <p:nvGraphicFramePr>
          <p:cNvPr id="677" name="Google Shape;677;p141"/>
          <p:cNvGraphicFramePr/>
          <p:nvPr/>
        </p:nvGraphicFramePr>
        <p:xfrm>
          <a:off x="268550" y="86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2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 b="1"/>
                        <a:t>Насколько процесс важен для компании:</a:t>
                      </a:r>
                      <a:endParaRPr sz="1000" b="1"/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ru" sz="1000" b="1"/>
                        <a:t>какую ценность создает для потребителей;</a:t>
                      </a:r>
                      <a:endParaRPr sz="1000" b="1"/>
                    </a:p>
                    <a:p>
                      <a:pPr marL="457200" lvl="0" indent="-3048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Char char="●"/>
                      </a:pPr>
                      <a:r>
                        <a:rPr lang="ru" sz="1000" b="1"/>
                        <a:t>насколько критичен?</a:t>
                      </a:r>
                      <a:endParaRPr sz="1000" b="1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/>
                        <a:t>Ценность для потребителя:</a:t>
                      </a:r>
                      <a:endParaRPr sz="1000"/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ru" sz="1000"/>
                        <a:t>минимизация рутинных действий через возможность оформить подписку и регулярную доставку</a:t>
                      </a:r>
                      <a:endParaRPr sz="1000"/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lang="ru" sz="1000"/>
                        <a:t>уверенность в качестве товаров и компании в целом, т.к. при покупке препаратов требуется предоставить рецепт, что в свою очередь говорит о том, что компания соблюдает требования законодательства</a:t>
                      </a:r>
                      <a:endParaRPr sz="10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/>
                        <a:t>Критичность процесса для компании - максимальная, т.к. процесс является основным источником получения прибыли</a:t>
                      </a:r>
                      <a:endParaRPr sz="1000"/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42"/>
          <p:cNvSpPr/>
          <p:nvPr/>
        </p:nvSpPr>
        <p:spPr>
          <a:xfrm>
            <a:off x="342000" y="246900"/>
            <a:ext cx="83463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 внешней и внутренней среды </a:t>
            </a:r>
            <a:endParaRPr sz="28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142"/>
          <p:cNvSpPr txBox="1"/>
          <p:nvPr/>
        </p:nvSpPr>
        <p:spPr>
          <a:xfrm>
            <a:off x="340500" y="4583225"/>
            <a:ext cx="750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https://app.holst.so/share/b/264914fa-677d-4331-b936-fe46668f9253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84" name="Google Shape;684;p142"/>
          <p:cNvGraphicFramePr/>
          <p:nvPr/>
        </p:nvGraphicFramePr>
        <p:xfrm>
          <a:off x="268550" y="863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25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Риски или возможности процесса в будущем?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ontserrat"/>
                        <a:buChar char="●"/>
                      </a:pPr>
                      <a:r>
                        <a:rPr lang="ru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внешняя среда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ontserrat"/>
                        <a:buChar char="●"/>
                      </a:pPr>
                      <a:r>
                        <a:rPr lang="ru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внутренняя среда компании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Риски:</a:t>
                      </a:r>
                      <a:endParaRPr sz="9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высокая степень вовлеченности менеджера (внутренняя среда)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потеря клиентов из-за архаичности системы, через которую принимается заказ (внутренняя + внешняя среда)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низкий уровень взаимодействия с клиентом (в описании процесса указано лишь ограниченное количество вариантов взаимодействия с клиентом: 2 дня на попытку дозвониться, предложение погасить задолженность и заменить товар - нет вариативности или альтернатив)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8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Возможности:</a:t>
                      </a:r>
                      <a:endParaRPr sz="8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доработка системы в том числе для полной автоматизация процесса проверки заказа (автоматические проверки, отправка уведомлений) + развитие новых возможностей в личном кабинете (приложить фото рецепта)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разработка приложения для мобильного телефона / планшета, чтобы клиент мог в любое время скорректировать заказ после получения уведомления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ru" sz="8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повышение культуры взаимодействия с клиентом</a:t>
                      </a:r>
                      <a:endParaRPr sz="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endParaRPr sz="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43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Диаграмма Исикавы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2800" b="1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0" name="Google Shape;690;p143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https://app.holst.so/board/264914fa-677d-4331-b936-fe46668f9253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1" name="Google Shape;691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900" y="869938"/>
            <a:ext cx="7478558" cy="3645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44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Методы анализа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697" name="Google Shape;697;p144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https://app.holst.so/board/264914fa-677d-4331-b936-fe46668f9253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sp>
        <p:nvSpPr>
          <p:cNvPr id="698" name="Google Shape;698;p144"/>
          <p:cNvSpPr txBox="1"/>
          <p:nvPr/>
        </p:nvSpPr>
        <p:spPr>
          <a:xfrm>
            <a:off x="359725" y="791700"/>
            <a:ext cx="8523000" cy="28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 b="1">
                <a:solidFill>
                  <a:schemeClr val="dk1"/>
                </a:solidFill>
              </a:rPr>
              <a:t>Для процесса “онлайн-заказ в магазине “Хвост и Лапа” необходимо сделать комплексный анализ:</a:t>
            </a:r>
            <a:br>
              <a:rPr lang="ru" sz="1100" b="1">
                <a:solidFill>
                  <a:schemeClr val="dk1"/>
                </a:solidFill>
              </a:rPr>
            </a:br>
            <a:endParaRPr sz="1000" b="1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ru" sz="1000" b="1" u="sng">
                <a:solidFill>
                  <a:schemeClr val="dk1"/>
                </a:solidFill>
                <a:highlight>
                  <a:srgbClr val="FFFFFF"/>
                </a:highlight>
              </a:rPr>
              <a:t>Стоимостной анализ ABC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 - необходимо просчитать какую прибыль/убыток получает компания при выполнении каждого сценария выполнения бизнес-процесса.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Рассчитываем значения по основным статьям расходов, сравниваем с средними значениями по рынку - получаем первые маркеры: значения ФОТ менеджера/складского персонала/отдела логистики/курьеров, амортизационные издержки и т.д.</a:t>
            </a:r>
            <a:b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Также делаем расчет в отношении товаров - получаем данные для формирования неснижаемого остатка/объема закупок (какой товар и в каком количестве обязательно должен быть на складе) и оптимизации пространства склада.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ru" sz="1000" b="1" u="sng">
                <a:solidFill>
                  <a:schemeClr val="dk1"/>
                </a:solidFill>
                <a:highlight>
                  <a:srgbClr val="FFFFFF"/>
                </a:highlight>
              </a:rPr>
              <a:t>расширенный SWOT-анализ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 -  перекрестный анализ факторов внешней и внутренней среды для выявления стратегии последующих изменений в организации, а также применительно к бизнес-процессу онлайн-заказа.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ru" sz="1000" b="1" u="sng">
                <a:solidFill>
                  <a:schemeClr val="dk1"/>
                </a:solidFill>
                <a:highlight>
                  <a:srgbClr val="FFFFFF"/>
                </a:highlight>
              </a:rPr>
              <a:t>RACI</a:t>
            </a:r>
            <a:r>
              <a:rPr lang="ru" sz="1000">
                <a:solidFill>
                  <a:schemeClr val="dk1"/>
                </a:solidFill>
                <a:highlight>
                  <a:srgbClr val="FFFFFF"/>
                </a:highlight>
              </a:rPr>
              <a:t> - для визуализации границ, ответственных лиц существующего процесса; в последствии - материал для внедрения изменений, SLA и КПЭ.</a:t>
            </a:r>
            <a:endParaRPr sz="1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Результаты анализа представлены по ссылке: </a:t>
            </a:r>
            <a:r>
              <a:rPr lang="ru" sz="1000" u="sng">
                <a:solidFill>
                  <a:schemeClr val="hlink"/>
                </a:solidFill>
                <a:hlinkClick r:id="rId3"/>
              </a:rPr>
              <a:t>https://app.holst.so/board/264914fa-677d-4331-b936-fe46668f9253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</a:endParaRPr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ru" sz="1700" i="0" u="none" strike="noStrike" cap="none">
                <a:solidFill>
                  <a:schemeClr val="lt1"/>
                </a:solidFill>
              </a:rPr>
              <a:t>Обоснуйте, почему выбрали именно эту нотацию.</a:t>
            </a:r>
            <a:endParaRPr sz="1700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45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Приоритизация гипотез по устранению первопричин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28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4" name="Google Shape;704;p145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https://app.holst.so/board/264914fa-677d-4331-b936-fe46668f9253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5" name="Google Shape;705;p145"/>
          <p:cNvSpPr txBox="1"/>
          <p:nvPr/>
        </p:nvSpPr>
        <p:spPr>
          <a:xfrm>
            <a:off x="359725" y="1206475"/>
            <a:ext cx="85230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06" name="Google Shape;706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75" y="1024275"/>
            <a:ext cx="7903826" cy="345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46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Выводы</a:t>
            </a:r>
            <a:r>
              <a:rPr lang="ru" sz="1100">
                <a:solidFill>
                  <a:schemeClr val="dk1"/>
                </a:solidFill>
              </a:rPr>
              <a:t> 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12" name="Google Shape;712;p146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https://app.holst.so/board/264914fa-677d-4331-b936-fe46668f9253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146"/>
          <p:cNvSpPr txBox="1"/>
          <p:nvPr/>
        </p:nvSpPr>
        <p:spPr>
          <a:xfrm>
            <a:off x="335900" y="883425"/>
            <a:ext cx="8523000" cy="7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chemeClr val="dk1"/>
                </a:solidFill>
              </a:rPr>
              <a:t>На основании материалов (описание бизнес-процесса, схема AS IS), результатов анализов ABC/расширенного SWOT, а также построения матрицы RACI формируем направления для улучшения бизнес-процесса: (выбор и последовательность зависят от финансового состояния компании)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i="0" u="none" strike="noStrike" cap="none">
              <a:solidFill>
                <a:schemeClr val="lt1"/>
              </a:solidFill>
            </a:endParaRPr>
          </a:p>
        </p:txBody>
      </p:sp>
      <p:graphicFrame>
        <p:nvGraphicFramePr>
          <p:cNvPr id="714" name="Google Shape;714;p146"/>
          <p:cNvGraphicFramePr/>
          <p:nvPr/>
        </p:nvGraphicFramePr>
        <p:xfrm>
          <a:off x="406400" y="196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Направление для улучшения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/>
                        <a:t>Затраты (временные / финансовые)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Доработка сайта и ПО (в т.ч. WMS)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Высокие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Внедрение дополнительных регламентов (например, по согласованию даты и времени доставки с клиентом)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средние/ ниже среднего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Внедрение работы с существующими задолженностями: превентивная работа, а не по факту поступления нового заказа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Средние (+ обучение персонала)</a:t>
                      </a:r>
                      <a:endParaRPr sz="1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47"/>
          <p:cNvSpPr txBox="1"/>
          <p:nvPr/>
        </p:nvSpPr>
        <p:spPr>
          <a:xfrm>
            <a:off x="319850" y="295825"/>
            <a:ext cx="8566500" cy="3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>
                <a:solidFill>
                  <a:schemeClr val="lt1"/>
                </a:solidFill>
              </a:rPr>
              <a:t>Повышение эффективности и оптимизация бизнес‑процессов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48"/>
          <p:cNvSpPr/>
          <p:nvPr/>
        </p:nvSpPr>
        <p:spPr>
          <a:xfrm>
            <a:off x="342000" y="246900"/>
            <a:ext cx="82821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Гипотезы по оптимизации бизнес-процесса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25" name="Google Shape;725;p148"/>
          <p:cNvSpPr txBox="1"/>
          <p:nvPr/>
        </p:nvSpPr>
        <p:spPr>
          <a:xfrm>
            <a:off x="359725" y="779225"/>
            <a:ext cx="8523000" cy="3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457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 b="1" u="sng">
                <a:solidFill>
                  <a:schemeClr val="dk1"/>
                </a:solidFill>
              </a:rPr>
              <a:t>Доработка сайта и личного кабинета: </a:t>
            </a:r>
            <a:endParaRPr sz="1000" b="1" u="sng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внедрение автоматической проверки адреса (система не позволит ввести адрес, которого нет в официальном справочнике)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при добавлении рецептурных препаратов система требует обязательного добавления рецепта, LLM проверяет файл на корректность, без фото заказ нельзя сформировать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первичная проверка наличия товара на складе за счет интеграции с системой WMS</a:t>
            </a:r>
            <a:br>
              <a:rPr lang="ru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 b="1" u="sng">
                <a:solidFill>
                  <a:schemeClr val="dk1"/>
                </a:solidFill>
              </a:rPr>
              <a:t>Расширить функционал отправки уведомлений:</a:t>
            </a:r>
            <a:endParaRPr sz="1000" b="1" u="sng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если не получилось дозвониться до клиента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при наличии задолженности (до оформления нового заказа)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за 1 час до приезда курьера с заказом</a:t>
            </a:r>
            <a:br>
              <a:rPr lang="ru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 b="1" u="sng">
                <a:solidFill>
                  <a:schemeClr val="dk1"/>
                </a:solidFill>
              </a:rPr>
              <a:t>Повышение уровня клиентоориентированности: </a:t>
            </a:r>
            <a:endParaRPr sz="1000" b="1" u="sng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ввести вариативность при первичной доставке курьером: оставить в ПВЗ партнеров, отставить у соседей, оставить у консьержа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ввести вариативность при работе с задолженностью: предложить рассрочку, предложить включить сумму задолженности в текущий заказ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скидки, промо акции и спецпредложения</a:t>
            </a:r>
            <a:br>
              <a:rPr lang="ru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 b="1" u="sng">
                <a:solidFill>
                  <a:schemeClr val="dk1"/>
                </a:solidFill>
              </a:rPr>
              <a:t>Автоматизация работы бухгалтерии</a:t>
            </a:r>
            <a:endParaRPr sz="1000" b="1" u="sng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ru" sz="1000" b="1" u="sng">
                <a:solidFill>
                  <a:schemeClr val="dk1"/>
                </a:solidFill>
              </a:rPr>
              <a:t>Улучшение работы склада: </a:t>
            </a:r>
            <a:endParaRPr sz="1000" b="1" u="sng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инвентаризация 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- списание остатков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49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Модель TO BE (схема BPMN 2.0)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31" name="Google Shape;731;p149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Детализированная версия размещена по ссылке: </a:t>
            </a:r>
            <a:r>
              <a:rPr lang="ru" sz="900" i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https://drive.google.com/drive/folders/158Ss6k8kaMtEZSbu-jI1C_us_BsEhpfV</a:t>
            </a: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32" name="Google Shape;732;p1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82525"/>
            <a:ext cx="8839204" cy="266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50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KPI к целевой модели TO BE 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38" name="Google Shape;738;p150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Также размещено по ссылке: </a:t>
            </a:r>
            <a:r>
              <a:rPr lang="ru" sz="900" i="1" u="sng">
                <a:solidFill>
                  <a:schemeClr val="hlink"/>
                </a:solidFill>
                <a:hlinkClick r:id="rId3"/>
              </a:rPr>
              <a:t>https://drive.google.com/drive/folders/158Ss6k8kaMtEZSbu-jI1C_us_BsEhpfV</a:t>
            </a:r>
            <a:r>
              <a:rPr lang="ru" sz="900" i="1">
                <a:solidFill>
                  <a:srgbClr val="BFBFBF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graphicFrame>
        <p:nvGraphicFramePr>
          <p:cNvPr id="739" name="Google Shape;739;p150"/>
          <p:cNvGraphicFramePr/>
          <p:nvPr/>
        </p:nvGraphicFramePr>
        <p:xfrm>
          <a:off x="382100" y="89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Показатель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Текущее состояние (гипотезы)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Целевое состояние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Метод расчета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заказов, обработанных без участия менеджера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60%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(Заказы, обработанные автоматически / общее количество заказов)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Среднее время обработки заказа до сборки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2 часа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30 минут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Σ(Время на склад − Время оформления) / Кол-во заказов на склад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аннулированных заказов 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~15-20%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(Аннулированные заказы / Общее количество заказов)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возвратов после доставки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~7-10%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(Возвраты после доставки / Заказы в доставке) × 100%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Индекс удовлетворенности клиентов (NPS)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15-20%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43-45%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NPS = % Сторонников − % Критиков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51"/>
          <p:cNvSpPr/>
          <p:nvPr/>
        </p:nvSpPr>
        <p:spPr>
          <a:xfrm>
            <a:off x="342000" y="246888"/>
            <a:ext cx="74022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>
                <a:solidFill>
                  <a:schemeClr val="dk1"/>
                </a:solidFill>
              </a:rPr>
              <a:t>KPI к целевой модели TO BE 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45" name="Google Shape;745;p151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Также размещено по ссылке: </a:t>
            </a:r>
            <a:r>
              <a:rPr lang="ru" sz="900" i="1" u="sng">
                <a:solidFill>
                  <a:schemeClr val="hlink"/>
                </a:solidFill>
                <a:hlinkClick r:id="rId3"/>
              </a:rPr>
              <a:t>https://drive.google.com/drive/folders/158Ss6k8kaMtEZSbu-jI1C_us_BsEhpfV</a:t>
            </a:r>
            <a:r>
              <a:rPr lang="ru" sz="900" i="1">
                <a:solidFill>
                  <a:srgbClr val="BFBFBF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  <p:graphicFrame>
        <p:nvGraphicFramePr>
          <p:cNvPr id="746" name="Google Shape;746;p151"/>
          <p:cNvGraphicFramePr/>
          <p:nvPr/>
        </p:nvGraphicFramePr>
        <p:xfrm>
          <a:off x="323850" y="109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Показатель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Текущее состояние (гипотезы)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Целевое состояние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Метод расчета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Затраты на обработку одного заказа (ФОТ)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от 2 179,6 руб. (в зависимости от сценария)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снижение ~ 25-30%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Аналитика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Точность учета запасов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&lt;85%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94%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(Количество товара на складе / количество в системе)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Доля успешных доставок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75%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(Кол-во заказов, доставленных с 1 попытки / Общее количество заказов, переданных курьеру) *100%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52"/>
          <p:cNvSpPr txBox="1"/>
          <p:nvPr/>
        </p:nvSpPr>
        <p:spPr>
          <a:xfrm>
            <a:off x="319843" y="295825"/>
            <a:ext cx="85665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Внедрение изменений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53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000000"/>
                </a:solidFill>
              </a:rPr>
              <a:t>Причины необходимости изменений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pSp>
        <p:nvGrpSpPr>
          <p:cNvPr id="758" name="Google Shape;758;p153"/>
          <p:cNvGrpSpPr/>
          <p:nvPr/>
        </p:nvGrpSpPr>
        <p:grpSpPr>
          <a:xfrm>
            <a:off x="323861" y="1424741"/>
            <a:ext cx="278497" cy="278497"/>
            <a:chOff x="5372100" y="3505200"/>
            <a:chExt cx="666900" cy="666900"/>
          </a:xfrm>
        </p:grpSpPr>
        <p:sp>
          <p:nvSpPr>
            <p:cNvPr id="759" name="Google Shape;759;p15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0" name="Google Shape;760;p153"/>
            <p:cNvSpPr txBox="1"/>
            <p:nvPr/>
          </p:nvSpPr>
          <p:spPr>
            <a:xfrm>
              <a:off x="5440737" y="3568838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ru" sz="1000" i="0" u="none" strike="noStrike" cap="none">
                  <a:solidFill>
                    <a:srgbClr val="000000"/>
                  </a:solidFill>
                </a:rPr>
                <a:t>1</a:t>
              </a:r>
              <a:endParaRPr sz="10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761" name="Google Shape;761;p153"/>
          <p:cNvSpPr txBox="1"/>
          <p:nvPr/>
        </p:nvSpPr>
        <p:spPr>
          <a:xfrm>
            <a:off x="685750" y="1398775"/>
            <a:ext cx="22887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200" b="1" i="0" u="none" strike="noStrike" cap="none">
                <a:solidFill>
                  <a:srgbClr val="000000"/>
                </a:solidFill>
              </a:rPr>
              <a:t>Технологические факторы</a:t>
            </a:r>
            <a:r>
              <a:rPr lang="ru" sz="1200"/>
              <a:t> </a:t>
            </a:r>
            <a:r>
              <a:rPr lang="ru" sz="1200" i="0" u="none" strike="noStrike" cap="none">
                <a:solidFill>
                  <a:srgbClr val="000000"/>
                </a:solidFill>
              </a:rPr>
              <a:t>(</a:t>
            </a:r>
            <a:r>
              <a:rPr lang="ru" sz="1000"/>
              <a:t>IT-архитектура, интеграции и инструменты)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62" name="Google Shape;762;p153"/>
          <p:cNvGrpSpPr/>
          <p:nvPr/>
        </p:nvGrpSpPr>
        <p:grpSpPr>
          <a:xfrm>
            <a:off x="3175761" y="1389428"/>
            <a:ext cx="278497" cy="278497"/>
            <a:chOff x="5372100" y="3505200"/>
            <a:chExt cx="666900" cy="666900"/>
          </a:xfrm>
        </p:grpSpPr>
        <p:sp>
          <p:nvSpPr>
            <p:cNvPr id="763" name="Google Shape;763;p15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153"/>
            <p:cNvSpPr txBox="1"/>
            <p:nvPr/>
          </p:nvSpPr>
          <p:spPr>
            <a:xfrm>
              <a:off x="5463546" y="3568838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ru" sz="1000" i="0" u="none" strike="noStrike" cap="none">
                  <a:solidFill>
                    <a:srgbClr val="000000"/>
                  </a:solidFill>
                </a:rPr>
                <a:t>2</a:t>
              </a:r>
              <a:endParaRPr sz="10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765" name="Google Shape;765;p153"/>
          <p:cNvSpPr txBox="1"/>
          <p:nvPr/>
        </p:nvSpPr>
        <p:spPr>
          <a:xfrm>
            <a:off x="3570100" y="1398750"/>
            <a:ext cx="2267400" cy="56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Экономические факторы</a:t>
            </a:r>
            <a:endParaRPr sz="13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766" name="Google Shape;766;p153"/>
          <p:cNvSpPr txBox="1"/>
          <p:nvPr/>
        </p:nvSpPr>
        <p:spPr>
          <a:xfrm>
            <a:off x="336531" y="940806"/>
            <a:ext cx="4721400" cy="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500" b="1" i="0" u="none" strike="noStrike" cap="none">
                <a:solidFill>
                  <a:srgbClr val="4BD0A0"/>
                </a:solidFill>
              </a:rPr>
              <a:t>Внешние причины:</a:t>
            </a:r>
            <a:endParaRPr sz="1500" b="1" i="0" u="none" strike="noStrike" cap="none">
              <a:solidFill>
                <a:srgbClr val="4BD0A0"/>
              </a:solidFill>
            </a:endParaRPr>
          </a:p>
        </p:txBody>
      </p:sp>
      <p:grpSp>
        <p:nvGrpSpPr>
          <p:cNvPr id="767" name="Google Shape;767;p153"/>
          <p:cNvGrpSpPr/>
          <p:nvPr/>
        </p:nvGrpSpPr>
        <p:grpSpPr>
          <a:xfrm>
            <a:off x="6118611" y="1389428"/>
            <a:ext cx="278497" cy="278497"/>
            <a:chOff x="5372100" y="3505200"/>
            <a:chExt cx="666900" cy="666900"/>
          </a:xfrm>
        </p:grpSpPr>
        <p:sp>
          <p:nvSpPr>
            <p:cNvPr id="768" name="Google Shape;768;p153"/>
            <p:cNvSpPr/>
            <p:nvPr/>
          </p:nvSpPr>
          <p:spPr>
            <a:xfrm>
              <a:off x="5372100" y="3505200"/>
              <a:ext cx="666900" cy="666900"/>
            </a:xfrm>
            <a:prstGeom prst="ellipse">
              <a:avLst/>
            </a:prstGeom>
            <a:noFill/>
            <a:ln w="9525" cap="flat" cmpd="sng">
              <a:solidFill>
                <a:srgbClr val="4BD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9" name="Google Shape;769;p153"/>
            <p:cNvSpPr txBox="1"/>
            <p:nvPr/>
          </p:nvSpPr>
          <p:spPr>
            <a:xfrm>
              <a:off x="5463546" y="3568838"/>
              <a:ext cx="514500" cy="51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ru" sz="1000" i="0" u="none" strike="noStrike" cap="none">
                  <a:solidFill>
                    <a:srgbClr val="000000"/>
                  </a:solidFill>
                </a:rPr>
                <a:t>3</a:t>
              </a:r>
              <a:endParaRPr sz="10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770" name="Google Shape;770;p153"/>
          <p:cNvSpPr txBox="1"/>
          <p:nvPr/>
        </p:nvSpPr>
        <p:spPr>
          <a:xfrm>
            <a:off x="6484746" y="1398781"/>
            <a:ext cx="22674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ru" sz="1300" b="1" i="0" u="none" strike="noStrike" cap="none">
                <a:solidFill>
                  <a:srgbClr val="000000"/>
                </a:solidFill>
              </a:rPr>
              <a:t>Стратегические факторы</a:t>
            </a:r>
            <a:endParaRPr sz="13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771" name="Google Shape;771;p153"/>
          <p:cNvSpPr txBox="1"/>
          <p:nvPr/>
        </p:nvSpPr>
        <p:spPr>
          <a:xfrm>
            <a:off x="713075" y="2139950"/>
            <a:ext cx="2490600" cy="24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ru" sz="1000"/>
              <a:t>Ограниченный функционал у сервиса уведомлений;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ru" sz="1000"/>
              <a:t>Высокая доля ручной обработки заказов;</a:t>
            </a:r>
            <a:endParaRPr sz="1000" i="0" u="none" strike="noStrike" cap="none">
              <a:solidFill>
                <a:srgbClr val="000000"/>
              </a:solidFill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/>
              <a:t>Отсутствует связь между складским учетом и заказом в реальном времени;</a:t>
            </a:r>
            <a:endParaRPr sz="1000" i="0" u="none" strike="noStrike" cap="none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●"/>
            </a:pPr>
            <a:r>
              <a:rPr lang="ru" sz="1000"/>
              <a:t>Логистика не оптимизирована; 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Ограниченность функционала подписки;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Отсутствие резервирования товара при формировании заказа.</a:t>
            </a:r>
            <a:endParaRPr sz="1000"/>
          </a:p>
        </p:txBody>
      </p:sp>
      <p:sp>
        <p:nvSpPr>
          <p:cNvPr id="772" name="Google Shape;772;p153"/>
          <p:cNvSpPr txBox="1"/>
          <p:nvPr/>
        </p:nvSpPr>
        <p:spPr>
          <a:xfrm>
            <a:off x="3427650" y="2117400"/>
            <a:ext cx="2637900" cy="24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Высокая стоимость обработки сложных заказов (ФОТ менеджеров);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Отсутствие превентивной работы с задолженностью;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Высокая стоимость выполнения “неидеальных” заказов (несколько попыток доставки и т.д.).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773" name="Google Shape;773;p153"/>
          <p:cNvSpPr txBox="1"/>
          <p:nvPr/>
        </p:nvSpPr>
        <p:spPr>
          <a:xfrm>
            <a:off x="6397100" y="2139950"/>
            <a:ext cx="2592000" cy="24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Фирма не готова к возможному росту и масштабированию;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Высокий уровень конкуренции (в т.ч. с маркетплейсами);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 sz="1000">
                <a:solidFill>
                  <a:schemeClr val="dk1"/>
                </a:solidFill>
                <a:highlight>
                  <a:schemeClr val="lt1"/>
                </a:highlight>
              </a:rPr>
              <a:t>Клиентоориентированность на низком уровне или отсутствует.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54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 i="0" u="none" strike="noStrike" cap="none">
                <a:solidFill>
                  <a:srgbClr val="000000"/>
                </a:solidFill>
              </a:rPr>
              <a:t>Причины необходимости изменений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80" name="Google Shape;780;p154"/>
          <p:cNvSpPr txBox="1"/>
          <p:nvPr/>
        </p:nvSpPr>
        <p:spPr>
          <a:xfrm>
            <a:off x="404950" y="1474800"/>
            <a:ext cx="7887600" cy="31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ru" sz="1000">
                <a:solidFill>
                  <a:schemeClr val="dk1"/>
                </a:solidFill>
              </a:rPr>
              <a:t>Потеря заказов из-за отсутствия контакта с клиентом в течение 2х дней, что также ведет к дополнительной нагрузке на персонал;</a:t>
            </a:r>
            <a:endParaRPr sz="1000">
              <a:solidFill>
                <a:schemeClr val="dk1"/>
              </a:solidFill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Высокий уровень ручной работы: менеджеры, отдел логистики, бухгалтерия;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Отсутствует KPI (нет связи с мотивацией сотрудников);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Отсутствие четких регламентов и SLA;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Отсутствие SLA;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Отсутствует аналитика по заказам: доля успешных заказов, причины возврата,  задержек и т.д.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 проблемах при сборке заказа менеджера информируют лично (доп нагрузка, возможна потеря данных ввиду человеческого фактора).</a:t>
            </a:r>
            <a:endParaRPr sz="1000"/>
          </a:p>
          <a:p>
            <a:pPr marL="45720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781" name="Google Shape;781;p154"/>
          <p:cNvSpPr txBox="1"/>
          <p:nvPr/>
        </p:nvSpPr>
        <p:spPr>
          <a:xfrm>
            <a:off x="320700" y="988813"/>
            <a:ext cx="47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rgbClr val="4BD0A0"/>
                </a:solidFill>
              </a:rPr>
              <a:t>Внутренние причины:</a:t>
            </a:r>
            <a:endParaRPr sz="1400" b="1" i="0" u="none" strike="noStrike" cap="none">
              <a:solidFill>
                <a:srgbClr val="4BD0A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55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Оценка готовности к изменениям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788" name="Google Shape;788;p155"/>
          <p:cNvSpPr txBox="1"/>
          <p:nvPr/>
        </p:nvSpPr>
        <p:spPr>
          <a:xfrm>
            <a:off x="323850" y="1007250"/>
            <a:ext cx="8403300" cy="31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00"/>
              <a:t>Опираясь на описание процесса “онлайн-заказ в магазине “Хвост и Лапа” можно сделать следующие выводы: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потребность в изменениях - высокий уровень;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готовность к изменениям - ниже среднего / средний уровень (процесс описан, но отсутствуют: владелец процесса, регламенты, SLA, KPI, отсутствует аналитика и т.д.)</a:t>
            </a:r>
            <a:endParaRPr sz="1000"/>
          </a:p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00"/>
              <a:t>Если рассматривать взаимосвязь уровней зрелости бизнес-процессов и готовности персонала к изменениям, то можно сделать вывод, что организация находится на 2м уровне (управляемом уровне), т.к. для него характерно: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перегрузка работой: перегрузка менеджеров, бухгалтерии и отдела логистики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неясные задачи или обратная связь: задачи есть, но отсутствует привязка личная заинтересованность сотрудников в результатах работы; также в описании процесса отсутствует информация о сборе или наличии обратной связи на любом из этапов бизнес-процесса.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отсутствие соответствующего знания или навыка: у менеджеров отсутствуют навыки работы и удержания клиентов, также у сотрудников отсутствуют навыки и знания для самостоятельного улучшения на своем участке процесса.</a:t>
            </a:r>
            <a:endParaRPr sz="1000"/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ru" sz="1000"/>
              <a:t>плохая коммуникация: явно про это не написано, но это логичное предположение, когда сотрудники перегружены ручной работой</a:t>
            </a:r>
            <a:endParaRPr sz="1000"/>
          </a:p>
          <a:p>
            <a:pPr marL="45720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56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Модель управления изменениями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795" name="Google Shape;795;p156"/>
          <p:cNvGraphicFramePr/>
          <p:nvPr/>
        </p:nvGraphicFramePr>
        <p:xfrm>
          <a:off x="317225" y="206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1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Этап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Необходимые действия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ADKAR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Модель Джона Коттера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4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Создание оснований для изменений</a:t>
                      </a:r>
                      <a:endParaRPr sz="10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Продемонстрировать стейкхолдерам (в т.ч. ключевым сотрудникам) цифры потерь, в идеале - сопоставить с цифрами конкурентов.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Собрать рабочую группу (исполнители ключевых ролей процесса)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Совместно с рабочей группой сформировать видение процесса TO BE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Awareness (Осознание) — сотрудники должны понять, что изменения необходимы, иначе бизнес проиграет конкурентам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Создать ощущение срочности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Создать команду сторонников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Сформулировать видение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96" name="Google Shape;796;p156"/>
          <p:cNvSpPr txBox="1"/>
          <p:nvPr/>
        </p:nvSpPr>
        <p:spPr>
          <a:xfrm>
            <a:off x="297225" y="727900"/>
            <a:ext cx="8403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Для управления изменениями в магазине «Хвост и Лапа» предлагается гибридная модель Джона Коттера и ADKAR.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chemeClr val="dk1"/>
                </a:solidFill>
              </a:rPr>
              <a:t>Модель Джона Коттера используем на организационном уровне: для создания срочности, формирования видения, коммуникации и закрепления изменений в культуре.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000">
                <a:solidFill>
                  <a:schemeClr val="dk1"/>
                </a:solidFill>
              </a:rPr>
              <a:t>ADKAR используем на индивидуальном уровне: для последовательной подготовки каждого сотрудника, что критически важно при низкой психологической готовности персонала. 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57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Модель управления изменениями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03" name="Google Shape;803;p157"/>
          <p:cNvGraphicFramePr/>
          <p:nvPr/>
        </p:nvGraphicFramePr>
        <p:xfrm>
          <a:off x="297225" y="9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1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9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Этап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Необходимые действия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ADKAR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Модель Джона Коттера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Вовлечение персонала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Провести серию встреч с менеджерами, складом, бухгалтерией. Объяснить, как изменения повлияют на их работу - необходимо сделать акцент на положительных сторонах изменений 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Выявить страхи и барьеры: страх потери работы, непонимание новых инструментов, отсутствие времени на обучение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Desire (Желание) — сотрудники должны захотеть участвовать в изменениях. Показать личную выгоду: меньше звонков, меньше ошибок, бонусы за эффективность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Коммуницировать видение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Устранить препятствия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58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Модель управления изменениями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10" name="Google Shape;810;p158"/>
          <p:cNvGraphicFramePr/>
          <p:nvPr/>
        </p:nvGraphicFramePr>
        <p:xfrm>
          <a:off x="297225" y="9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1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Этап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Необходимые действия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ADKAR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Модель Джона Коттера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1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Обучение и пилотный запуск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Выбрать один подпроцесс для пилотного запуска и демонстрации результатов: например, доработка сайта, после которой все заказы будут проверяться автоматически и отправляться на сборку,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Собрать обратную связь от участников пилотного запуска данного подпроцесса, при необходимости внести корректировки в первоначальные гипотезы.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Knowledge (Знания) — провести обучение работе с OCR-системой и новыми процедурами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Ability (Способность) — дать сотрудникам возможность попрактиковаться, поддержка «суперпользователей»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Обеспечить быстрые победы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59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Модель управления изменениями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17" name="Google Shape;817;p159"/>
          <p:cNvGraphicFramePr/>
          <p:nvPr/>
        </p:nvGraphicFramePr>
        <p:xfrm>
          <a:off x="297225" y="9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12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Этап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Необходимые действия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ADKAR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chemeClr val="dk1"/>
                          </a:solidFill>
                        </a:rPr>
                        <a:t>Модель Джона Коттера</a:t>
                      </a:r>
                      <a:endParaRPr sz="1100" b="1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5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Масштабирование и закрепление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После завершения пилотного запуска на одном из подпроцессов переходим к постепенному вводу оставшихся изменений: автоматизация логистики, склада, бухгалтерии, внедрению клиентоориентированного подхода и т.д.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Включить новые процедуры в регламенты, онбординг новых сотрудников, регулярный анализ метрик.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Reinforcement (Закрепление) — привязать бонусы к новым KPI, отмечать успехи, делать новые процессы «нормой»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 останавливаться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Закрепить в культуре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60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Источники сопротивления и стратегия работы с персоналом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24" name="Google Shape;824;p160"/>
          <p:cNvGraphicFramePr/>
          <p:nvPr/>
        </p:nvGraphicFramePr>
        <p:xfrm>
          <a:off x="323850" y="114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Группа сотрудников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Источник сопротивления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Причина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Стратегия работы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7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Руководство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Недооценка необходимости изменений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Нет понимания масштаба потерь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Подготовка стоимостного анализа, сравнение с конкурентами.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Визуализация потерь и результатов пилотных запусков подпроцессов TO BE.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6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Отсутствие времени и ресурсов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Отсутствие ресурсов и компетенций: бюджет, персонал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Наличие иных приоритетных задач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0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Менеджеры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Страх потери работы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Возможное сокращение штата из-за автоматизации процесса проверки заказа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Разъяснить, что автоматизация призвана сократить рутину и ошибки, а не штатную численность персонала.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0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Страх новых обязанностей (внедрение клиентоориентированного подхода)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Необходимо осваивать клиентоориентированный подход, что может подойти не всем менеджерам 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Оказание поддержки и проведение обучения.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Создание новых инструкций, регламентов и вспомогательных чек-листов.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61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Источники сопротивления и стратегия работы с персоналом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31" name="Google Shape;831;p161"/>
          <p:cNvGraphicFramePr/>
          <p:nvPr/>
        </p:nvGraphicFramePr>
        <p:xfrm>
          <a:off x="323850" y="128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Группа сотрудников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Источник сопротивления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Причина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/>
                        <a:t>Стратегия работы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Работники склада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Нежелание менять устоявшийся порядок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Привыкли работать по-старому, нет потребности прикладывать больше усилий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Вовлечение в пилотные запуски подпроцессов.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Визуализация преимуществ изменений применительно к их роли.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0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Бухгалтерия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Потеря “контроля”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Привычка делать все вручную (бухгалтера “старой школы”)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Обучение и поддержка.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Создание вспомогательных чек-листов, инструкций, регламентов.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0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Страх ошибок 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Опасение, что автоматическая сверка и формирование документов дадут сбой и документация уйдет в госорганы с ошибкой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Двойной контроль на переходном периоде: параллельно вести старый и новый учёт, чтобы убедиться в корректности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62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Планы мониторинга внедрения изменений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38" name="Google Shape;838;p162"/>
          <p:cNvGraphicFramePr/>
          <p:nvPr/>
        </p:nvGraphicFramePr>
        <p:xfrm>
          <a:off x="323850" y="927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79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Объект мониторинга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Инструмент мониторинга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Периодичность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Внедрение изменений в процесс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Диаграмма накопленного потока, дорожная карта, 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Еженедельно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Загрузка персонала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Аналитика из CRM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Ежедневно/Еженедельно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Время обработки заказов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Диаграмма накопленного потока, время цикла (время прохождения каждого этапа)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Ежедневно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Количество возвратов и аннулирования заказов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Статистика из CRM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Еженедельно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Обратная связь от сотрудников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Опросы, фокус группы, 1 to 1 встречи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Раз в две недели (в начале)</a:t>
                      </a:r>
                      <a:br>
                        <a:rPr lang="ru" sz="1000"/>
                      </a:br>
                      <a:r>
                        <a:rPr lang="ru" sz="1000"/>
                        <a:t>Раз в месяц (на перспективу)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Обратная связь от клиентов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опросники NPS после завершения заказа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Ежемесячно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63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Показатели успешности изменений (KPI)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45" name="Google Shape;845;p163"/>
          <p:cNvGraphicFramePr/>
          <p:nvPr/>
        </p:nvGraphicFramePr>
        <p:xfrm>
          <a:off x="297225" y="89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Показатель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Текущее состояние (гипотезы)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Целевое состояние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Метод расчета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заказов, обработанных без участия менеджера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60%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(Заказы, обработанные автоматически / общее количество заказов)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Среднее время обработки заказа до сборки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2 часа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30 минут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Σ(Время на склад − Время оформления) / Кол-во заказов на склад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аннулированных заказов 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~15-20%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(Аннулированные заказы / Общее количество заказов)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% возвратов после доставки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~7-10%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 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(Возвраты после доставки / Заказы в доставке) × 100%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Индекс удовлетворенности клиентов (NPS)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15-20%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43-45%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NPS = % Сторонников − % Критиков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46" name="Google Shape;846;p163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</a:rPr>
              <a:t>Также размещено по ссылке: </a:t>
            </a:r>
            <a:r>
              <a:rPr lang="ru" sz="900" i="1" u="sng">
                <a:solidFill>
                  <a:schemeClr val="hlink"/>
                </a:solidFill>
                <a:hlinkClick r:id="rId3"/>
              </a:rPr>
              <a:t>https://drive.google.com/drive/folders/158Ss6k8kaMtEZSbu-jI1C_us_BsEhpfV</a:t>
            </a:r>
            <a:r>
              <a:rPr lang="ru" sz="900" i="1">
                <a:solidFill>
                  <a:srgbClr val="BFBFBF"/>
                </a:solidFill>
              </a:rPr>
              <a:t> </a:t>
            </a:r>
            <a:endParaRPr sz="900" i="1" u="none" strike="noStrike" cap="none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64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Показатели успешности изменений (KPI)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53" name="Google Shape;853;p164"/>
          <p:cNvGraphicFramePr/>
          <p:nvPr/>
        </p:nvGraphicFramePr>
        <p:xfrm>
          <a:off x="323850" y="1097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209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Показатель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Текущее состояние (гипотезы)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Целевое состояние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Метод расчета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Затраты на обработку одного заказа (ФОТ)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от 2 179,6 руб. (в зависимости от сценария)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снижение ~ 25-30%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Аналитика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Точность учета запасов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&lt;85%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94%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(Количество товара на складе / количество в системе) *100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Доля успешных доставок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~ 75%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&gt; 90%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(Кол-во заказов, доставленных с 1 попытки / Общее количество заказов, переданных курьеру) *100%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4" name="Google Shape;854;p164"/>
          <p:cNvSpPr txBox="1"/>
          <p:nvPr/>
        </p:nvSpPr>
        <p:spPr>
          <a:xfrm>
            <a:off x="340500" y="4583225"/>
            <a:ext cx="75084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Также размещено по ссылке: </a:t>
            </a:r>
            <a:r>
              <a:rPr lang="ru" sz="900" i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https://drive.google.com/drive/folders/158Ss6k8kaMtEZSbu-jI1C_us_BsEhpfV</a:t>
            </a:r>
            <a:r>
              <a:rPr lang="ru" sz="900" i="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900" b="0" i="1" u="none" strike="noStrike" cap="non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165"/>
          <p:cNvSpPr txBox="1"/>
          <p:nvPr/>
        </p:nvSpPr>
        <p:spPr>
          <a:xfrm>
            <a:off x="319843" y="295825"/>
            <a:ext cx="8566500" cy="25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>
                <a:solidFill>
                  <a:schemeClr val="lt1"/>
                </a:solidFill>
              </a:rPr>
              <a:t>Разработка дорожной карты и создание регламента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66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66" name="Google Shape;866;p166"/>
          <p:cNvSpPr txBox="1"/>
          <p:nvPr/>
        </p:nvSpPr>
        <p:spPr>
          <a:xfrm>
            <a:off x="297225" y="738150"/>
            <a:ext cx="8403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00"/>
              <a:t>Этап 0. Подготовка. </a:t>
            </a:r>
            <a:r>
              <a:rPr lang="ru" sz="1100">
                <a:solidFill>
                  <a:schemeClr val="dk1"/>
                </a:solidFill>
              </a:rPr>
              <a:t>Диагностика текущего состояния, анализ потерь, формирование стратегии, утверждение бюджета, коммуникация с персоналом.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867" name="Google Shape;867;p166"/>
          <p:cNvGraphicFramePr/>
          <p:nvPr/>
        </p:nvGraphicFramePr>
        <p:xfrm>
          <a:off x="323850" y="128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№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Задача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Ответственный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/>
                        <a:t>Срок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Провести анализ текущего состояния бизнес-процесса (AS IS), выявить узкие места 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Проектный менеджер + владелец процесса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Неделя 0 - 2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Сформулировать стратегию изменений - цели, приоритеты, ожидания</a:t>
                      </a: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Рассчитать бюджет и ресурсы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Проектный менеджер + владелец процесса + финансовый директор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Неделя 3 - 5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Утвердить стратегию, бюджет и план изменений с стейкхолдерами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Генеральный директор + стейкхолдеры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Неделя 6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Назначить владельца процесса и утвердить состав проектной команды (если не назначены ранее)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Генеральный директор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Неделя 7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Работа с персоналом (объявить об изменениях, объяснить цели, сделать акцент на преимуществах, снять первичный страх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HR + владелец процесса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Неделя 7 - 8 </a:t>
                      </a:r>
                      <a:endParaRPr sz="10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67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graphicFrame>
        <p:nvGraphicFramePr>
          <p:cNvPr id="874" name="Google Shape;874;p167"/>
          <p:cNvGraphicFramePr/>
          <p:nvPr/>
        </p:nvGraphicFramePr>
        <p:xfrm>
          <a:off x="323850" y="1150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Интегрировать сайт с внешним API проверки адресов (DaData / ФИАС)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9 - 11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автоматическую отправку SMS/push-уведомлений за 1 час до доставки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 + логистика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9 - 11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автоматическое дублирование уведомления в мессенджер / SMS при недоступности клиента по телефону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Запустить пилот на 10–15% заказов (выбрать один логистический район / поток)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 + логистика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13 - 14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Собрать обратную связь. Скорректировать настройки по итогам пилота (тексты уведомлений, варианты доставки, API адресов)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 +</a:t>
                      </a:r>
                      <a:br>
                        <a:rPr lang="ru" sz="1000">
                          <a:solidFill>
                            <a:schemeClr val="dk1"/>
                          </a:solidFill>
                        </a:rPr>
                      </a:b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14 - 15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75" name="Google Shape;875;p167"/>
          <p:cNvSpPr txBox="1"/>
          <p:nvPr/>
        </p:nvSpPr>
        <p:spPr>
          <a:xfrm>
            <a:off x="292175" y="688650"/>
            <a:ext cx="8403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00"/>
              <a:t>Этап 1. Пилотный запуск.</a:t>
            </a:r>
            <a:r>
              <a:rPr lang="ru" sz="1100">
                <a:solidFill>
                  <a:schemeClr val="dk1"/>
                </a:solidFill>
              </a:rPr>
              <a:t> Минимальные доработки сайта и работы отдела логистики, расширение функционала уведомлений.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68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82" name="Google Shape;882;p168"/>
          <p:cNvSpPr txBox="1"/>
          <p:nvPr/>
        </p:nvSpPr>
        <p:spPr>
          <a:xfrm>
            <a:off x="297225" y="656250"/>
            <a:ext cx="8403300" cy="4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200"/>
              <a:t>Этап 2. Внедрение автоматической проверки рецептов. </a:t>
            </a:r>
            <a:r>
              <a:rPr lang="ru" sz="1100">
                <a:solidFill>
                  <a:schemeClr val="dk1"/>
                </a:solidFill>
              </a:rPr>
              <a:t>Интеграция LLM / OCR, обязательная загрузка рецепта, автоматическое подтверждение. 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883" name="Google Shape;883;p168"/>
          <p:cNvGraphicFramePr/>
          <p:nvPr/>
        </p:nvGraphicFramePr>
        <p:xfrm>
          <a:off x="362125" y="1327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Доработать корзину / оформление заказа: блокировка перехода к оплате без загрузки рецепта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16 - 17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Внедрить LLM-модуль для проверки рецепта (наличие обязательных полей: название препарата, дозировка, дата, подпись)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17 - 19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Интегрировать проверку в процесс оформления; если рецепт не загружен - заказ не создаётся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19 - 20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Обучить менеджеров работе с новым процессом (только спорные случаи, когда LLM не распознала)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 + HR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21 - 22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Запустить мониторинг KPI по рецептам (% авто-подтвержденных, время обработки)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69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90" name="Google Shape;890;p169"/>
          <p:cNvSpPr txBox="1"/>
          <p:nvPr/>
        </p:nvSpPr>
        <p:spPr>
          <a:xfrm>
            <a:off x="232325" y="684675"/>
            <a:ext cx="840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200"/>
              <a:t>Этап 3. Внедрение автоматизации работы бухгалтерии и работы с дебиторской задолженностью</a:t>
            </a:r>
            <a:r>
              <a:rPr lang="ru" sz="1000"/>
              <a:t> </a:t>
            </a:r>
            <a:endParaRPr sz="900"/>
          </a:p>
        </p:txBody>
      </p:sp>
      <p:graphicFrame>
        <p:nvGraphicFramePr>
          <p:cNvPr id="891" name="Google Shape;891;p169"/>
          <p:cNvGraphicFramePr/>
          <p:nvPr/>
        </p:nvGraphicFramePr>
        <p:xfrm>
          <a:off x="362125" y="117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Интеграция системы заказов с 1С / ERP (например): автоматическое формирование счета, закрытие документов при статусе «Доставлен»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 + бухгалтерия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24 - 26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автоматическую проверку долгов через API перед оформлением заказа; блокировка или уведомление клиента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24 - 27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Доработать интерфейс оформления: при наличии долга показывать варианты погашения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 + финансовый директор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27 - 28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Запустить в тестовом режиме на 20% заказов с долгами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 + бухгалтерия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29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Собрать обратную связь от бухгалтеров и клиентов, скорректировать при необходимости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29 - 30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70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898" name="Google Shape;898;p170"/>
          <p:cNvSpPr txBox="1"/>
          <p:nvPr/>
        </p:nvSpPr>
        <p:spPr>
          <a:xfrm>
            <a:off x="297225" y="684675"/>
            <a:ext cx="8403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00"/>
              <a:t>Этап 4. Интеграция со складом (WMS) и улучшение работы склада. </a:t>
            </a:r>
            <a:r>
              <a:rPr lang="ru" sz="1100">
                <a:solidFill>
                  <a:schemeClr val="dk1"/>
                </a:solidFill>
              </a:rPr>
              <a:t>Проверка наличия в реальном времени, резервирование, автоматическое списание, инвентаризация.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899" name="Google Shape;899;p170"/>
          <p:cNvGraphicFramePr/>
          <p:nvPr/>
        </p:nvGraphicFramePr>
        <p:xfrm>
          <a:off x="362125" y="140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Интегрировать сайт с WMS-системой для проверки остатков в реальном времени при оформлении заказа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 + склад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31 - 33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Провести полную инвентаризацию склада для актуализации данных перед интеграцией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Склад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32 - 34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автоматическое списание товара при сборке заказа (интеграция WMS → система заказов)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 + склад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35 - 38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Обучить сотрудников склада работе с обновлённой WMS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 + склад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39 - 40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71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906" name="Google Shape;906;p171"/>
          <p:cNvSpPr txBox="1"/>
          <p:nvPr/>
        </p:nvSpPr>
        <p:spPr>
          <a:xfrm>
            <a:off x="357075" y="698350"/>
            <a:ext cx="84033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Этап 5.  Внедрение скидок, промо-акций и спецпредложений. Настройка модуля управления промо в системе заказов.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907" name="Google Shape;907;p171"/>
          <p:cNvGraphicFramePr/>
          <p:nvPr/>
        </p:nvGraphicFramePr>
        <p:xfrm>
          <a:off x="362125" y="117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Внедрить модуль управления промо-акциями в системе заказов (автоматическое применение скидок, купоны, персональные предложения)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 + отдел маркетинга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41 - 43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автоматическое применение скидок в корзине и при оформлении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43 - 44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3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Настроить отправку уведомлений о персональных предложениях (e-mail / push)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IT/подрядчик + отдел маркетинга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44 - 46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Запустить первую промо-акцию в новом модуле, собрать обратную связь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Отдел маркетинга + владелец процесса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47 - 48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172"/>
          <p:cNvSpPr/>
          <p:nvPr/>
        </p:nvSpPr>
        <p:spPr>
          <a:xfrm>
            <a:off x="297225" y="268336"/>
            <a:ext cx="8523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800" b="1"/>
              <a:t>Разработка дорожной карты</a:t>
            </a:r>
            <a:endParaRPr sz="2800" b="1" i="0" u="none" strike="noStrike" cap="none">
              <a:solidFill>
                <a:schemeClr val="dk1"/>
              </a:solidFill>
            </a:endParaRPr>
          </a:p>
        </p:txBody>
      </p:sp>
      <p:sp>
        <p:nvSpPr>
          <p:cNvPr id="914" name="Google Shape;914;p172"/>
          <p:cNvSpPr txBox="1"/>
          <p:nvPr/>
        </p:nvSpPr>
        <p:spPr>
          <a:xfrm>
            <a:off x="269900" y="698350"/>
            <a:ext cx="8403300" cy="4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</a:rPr>
              <a:t>Этап 6. Закрепление и масштабирование. Актуализация регламентов, оценка достижения KPI, внедрение системы мотивации, масштабирование успешных практик. </a:t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915" name="Google Shape;915;p172"/>
          <p:cNvGraphicFramePr/>
          <p:nvPr/>
        </p:nvGraphicFramePr>
        <p:xfrm>
          <a:off x="362125" y="117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{BA34E35E-D444-45A7-8FD2-592A4D5DDDAC}</a:tableStyleId>
              </a:tblPr>
              <a:tblGrid>
                <a:gridCol w="6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7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№ 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Задача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Ответственный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b="1"/>
                        <a:t>Срок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1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Актуализировать все регламенты с учетом внедренных изменений, включить данные регламенты в онбординг новых сотрудников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 + HR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49 - 50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2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Провести итоговую оценку достижения KPI по всем направлениям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51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6304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Привязать бонусы сотрудников к новым KPI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152400" marR="152400" marT="95250" marB="95250"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HR + руководители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52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4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Запустить цикл непрерывных улучшений (ежеквартальный анализ KPI) и работу с персоналом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53, далее - постоянно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/>
                        <a:t>5</a:t>
                      </a:r>
                      <a:endParaRPr sz="10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Распространить на все заказы магазина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Владелец процесса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</a:rPr>
                        <a:t>Неделя 54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173"/>
          <p:cNvSpPr txBox="1"/>
          <p:nvPr/>
        </p:nvSpPr>
        <p:spPr>
          <a:xfrm>
            <a:off x="319843" y="295825"/>
            <a:ext cx="8566500" cy="28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Выводы</a:t>
            </a: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74"/>
          <p:cNvSpPr/>
          <p:nvPr/>
        </p:nvSpPr>
        <p:spPr>
          <a:xfrm>
            <a:off x="342950" y="257300"/>
            <a:ext cx="85230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1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 b="1" i="0" u="none" strike="noStrike" cap="none">
                <a:solidFill>
                  <a:srgbClr val="000000"/>
                </a:solidFill>
              </a:rPr>
              <a:t>Выводы</a:t>
            </a:r>
            <a:endParaRPr sz="28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926" name="Google Shape;926;p174"/>
          <p:cNvSpPr txBox="1"/>
          <p:nvPr/>
        </p:nvSpPr>
        <p:spPr>
          <a:xfrm>
            <a:off x="353200" y="869894"/>
            <a:ext cx="8496600" cy="3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ru" sz="1700" b="1">
                <a:solidFill>
                  <a:schemeClr val="accent1"/>
                </a:solidFill>
              </a:rPr>
              <a:t>Ц</a:t>
            </a:r>
            <a:r>
              <a:rPr lang="ru" sz="1700" b="1" i="0" u="none" strike="noStrike" cap="none">
                <a:solidFill>
                  <a:schemeClr val="accent1"/>
                </a:solidFill>
              </a:rPr>
              <a:t>ел</a:t>
            </a:r>
            <a:r>
              <a:rPr lang="ru" sz="1700" b="1">
                <a:solidFill>
                  <a:schemeClr val="accent1"/>
                </a:solidFill>
              </a:rPr>
              <a:t>ь дипломного</a:t>
            </a:r>
            <a:r>
              <a:rPr lang="ru" sz="1700" b="1" i="0" u="none" strike="noStrike" cap="none">
                <a:solidFill>
                  <a:schemeClr val="accent1"/>
                </a:solidFill>
              </a:rPr>
              <a:t> проекта</a:t>
            </a:r>
            <a:endParaRPr sz="1700" b="1" i="0" u="none" strike="noStrike" cap="none">
              <a:solidFill>
                <a:schemeClr val="accen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</a:rPr>
              <a:t>На примере учебного кейса проведён полный цикл анализа и оптимизации бизнес-процесса: от комплексной диагностики состояния AS IS до разработки предложений по оптимизации и подготовки дорожной карты внедрения изменений. </a:t>
            </a:r>
            <a:endParaRPr sz="1200" i="0" u="none" strike="noStrike" cap="none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 b="1">
                <a:solidFill>
                  <a:schemeClr val="accent1"/>
                </a:solidFill>
              </a:rPr>
              <a:t>З</a:t>
            </a:r>
            <a:r>
              <a:rPr lang="ru" sz="1700" b="1" i="0" u="none" strike="noStrike" cap="none">
                <a:solidFill>
                  <a:schemeClr val="accent1"/>
                </a:solidFill>
              </a:rPr>
              <a:t>адачи дипломного проекта</a:t>
            </a:r>
            <a:endParaRPr sz="1700" b="1" i="0" u="none" strike="noStrike" cap="none">
              <a:solidFill>
                <a:schemeClr val="accen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выполнено описание процесса AS IS (текстовое описание, BPMN- и IDEF0-схемы);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проведен анализ проблем и узких мест (анализ по чек-листу, расширенный SWOT-анализ, RACI, диаграмма Исикавы, ABC-анализ);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сформулированы гипотезы для последующей оптимизации;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разработана целевая модель TO BE;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разработаны KPI для целевой модели;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оценена готовность компании к изменениям;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разработан план внедрения изменений (включая стратегию работы с персоналом);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ru" sz="1200">
                <a:solidFill>
                  <a:schemeClr val="dk1"/>
                </a:solidFill>
              </a:rPr>
              <a:t>подготовлена дорожная карта внедрения изменений.</a:t>
            </a:r>
            <a:endParaRPr sz="12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77"/>
          <p:cNvSpPr txBox="1"/>
          <p:nvPr/>
        </p:nvSpPr>
        <p:spPr>
          <a:xfrm>
            <a:off x="319843" y="295825"/>
            <a:ext cx="8566500" cy="12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800" b="1" i="0" u="none" strike="noStrike" cap="none">
                <a:solidFill>
                  <a:schemeClr val="lt1"/>
                </a:solidFill>
              </a:rPr>
              <a:t>Спасибо за внимание!</a:t>
            </a:r>
            <a:endParaRPr sz="4800" b="1" i="0" u="none" strike="noStrike" cap="none">
              <a:solidFill>
                <a:schemeClr val="lt1"/>
              </a:solidFill>
            </a:endParaRPr>
          </a:p>
          <a:p>
            <a:pPr marL="18288" marR="0" lvl="0" indent="0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endParaRPr sz="17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9" name="Google Shape;1049;p177"/>
          <p:cNvSpPr txBox="1"/>
          <p:nvPr/>
        </p:nvSpPr>
        <p:spPr>
          <a:xfrm>
            <a:off x="276491" y="4268479"/>
            <a:ext cx="20619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45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" sz="1300">
                <a:solidFill>
                  <a:schemeClr val="lt1"/>
                </a:solidFill>
              </a:rPr>
              <a:t>Елизавета</a:t>
            </a:r>
            <a:r>
              <a:rPr lang="ru" sz="1300" i="0" u="none" strike="noStrike" cap="none">
                <a:solidFill>
                  <a:schemeClr val="lt1"/>
                </a:solidFill>
              </a:rPr>
              <a:t> </a:t>
            </a:r>
            <a:r>
              <a:rPr lang="ru" sz="1300">
                <a:solidFill>
                  <a:schemeClr val="lt1"/>
                </a:solidFill>
              </a:rPr>
              <a:t>Осадчая</a:t>
            </a:r>
            <a:br>
              <a:rPr lang="ru" sz="1300" i="0" u="none" strike="noStrike" cap="none">
                <a:solidFill>
                  <a:schemeClr val="lt1"/>
                </a:solidFill>
              </a:rPr>
            </a:br>
            <a:r>
              <a:rPr lang="ru" sz="1300">
                <a:solidFill>
                  <a:schemeClr val="lt1"/>
                </a:solidFill>
              </a:rPr>
              <a:t>BPMAN-43</a:t>
            </a:r>
            <a:endParaRPr sz="1300" i="0" u="none" strike="noStrike" cap="non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FFFFFF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C4C4C4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NEO_presentation">
  <a:themeElements>
    <a:clrScheme name="NEO_presentation">
      <a:dk1>
        <a:srgbClr val="000000"/>
      </a:dk1>
      <a:lt1>
        <a:srgbClr val="FFFFFF"/>
      </a:lt1>
      <a:dk2>
        <a:srgbClr val="C4C4C4"/>
      </a:dk2>
      <a:lt2>
        <a:srgbClr val="27282D"/>
      </a:lt2>
      <a:accent1>
        <a:srgbClr val="4BD0A0"/>
      </a:accent1>
      <a:accent2>
        <a:srgbClr val="47C397"/>
      </a:accent2>
      <a:accent3>
        <a:srgbClr val="0066FF"/>
      </a:accent3>
      <a:accent4>
        <a:srgbClr val="DE3773"/>
      </a:accent4>
      <a:accent5>
        <a:srgbClr val="8261EE"/>
      </a:accent5>
      <a:accent6>
        <a:srgbClr val="F3F4F7"/>
      </a:accent6>
      <a:hlink>
        <a:srgbClr val="4BD0A0"/>
      </a:hlink>
      <a:folHlink>
        <a:srgbClr val="4BD0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White Green">
  <a:themeElements>
    <a:clrScheme name="Simple Light">
      <a:dk1>
        <a:srgbClr val="000000"/>
      </a:dk1>
      <a:lt1>
        <a:srgbClr val="FFFFFF"/>
      </a:lt1>
      <a:dk2>
        <a:srgbClr val="4BD0A0"/>
      </a:dk2>
      <a:lt2>
        <a:srgbClr val="27282D"/>
      </a:lt2>
      <a:accent1>
        <a:srgbClr val="FD2E79"/>
      </a:accent1>
      <a:accent2>
        <a:srgbClr val="6D14FF"/>
      </a:accent2>
      <a:accent3>
        <a:srgbClr val="217AFF"/>
      </a:accent3>
      <a:accent4>
        <a:srgbClr val="4CB5F5"/>
      </a:accent4>
      <a:accent5>
        <a:srgbClr val="C4C4C4"/>
      </a:accent5>
      <a:accent6>
        <a:srgbClr val="F3F4F7"/>
      </a:accent6>
      <a:hlink>
        <a:srgbClr val="4BD0A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4550</Words>
  <Application>Microsoft Office PowerPoint</Application>
  <PresentationFormat>Экран (16:9)</PresentationFormat>
  <Paragraphs>655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47</vt:i4>
      </vt:variant>
    </vt:vector>
  </HeadingPairs>
  <TitlesOfParts>
    <vt:vector size="56" baseType="lpstr">
      <vt:lpstr>Montserrat</vt:lpstr>
      <vt:lpstr>Open Sans</vt:lpstr>
      <vt:lpstr>Proxima Nova</vt:lpstr>
      <vt:lpstr>Arial</vt:lpstr>
      <vt:lpstr>NEO_presentation</vt:lpstr>
      <vt:lpstr>NEO_presentation</vt:lpstr>
      <vt:lpstr>NEO_presentation</vt:lpstr>
      <vt:lpstr>NEO_presentation</vt:lpstr>
      <vt:lpstr>White Green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ОЕА</cp:lastModifiedBy>
  <cp:revision>1</cp:revision>
  <dcterms:modified xsi:type="dcterms:W3CDTF">2026-07-31T11:33:56Z</dcterms:modified>
</cp:coreProperties>
</file>